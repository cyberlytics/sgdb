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9" r:id="rId1"/>
  </p:sldMasterIdLst>
  <p:notesMasterIdLst>
    <p:notesMasterId r:id="rId9"/>
  </p:notesMasterIdLst>
  <p:handoutMasterIdLst>
    <p:handoutMasterId r:id="rId10"/>
  </p:handoutMasterIdLst>
  <p:sldIdLst>
    <p:sldId id="256" r:id="rId2"/>
    <p:sldId id="257" r:id="rId3"/>
    <p:sldId id="661" r:id="rId4"/>
    <p:sldId id="664" r:id="rId5"/>
    <p:sldId id="667" r:id="rId6"/>
    <p:sldId id="665" r:id="rId7"/>
    <p:sldId id="666" r:id="rId8"/>
  </p:sldIdLst>
  <p:sldSz cx="9144000" cy="6858000" type="screen4x3"/>
  <p:notesSz cx="7104063" cy="10234613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08">
          <p15:clr>
            <a:srgbClr val="A4A3A4"/>
          </p15:clr>
        </p15:guide>
        <p15:guide id="2" orient="horz" pos="3657">
          <p15:clr>
            <a:srgbClr val="A4A3A4"/>
          </p15:clr>
        </p15:guide>
        <p15:guide id="3" orient="horz" pos="3838">
          <p15:clr>
            <a:srgbClr val="A4A3A4"/>
          </p15:clr>
        </p15:guide>
        <p15:guide id="4" pos="5647">
          <p15:clr>
            <a:srgbClr val="A4A3A4"/>
          </p15:clr>
        </p15:guide>
        <p15:guide id="5" pos="1383">
          <p15:clr>
            <a:srgbClr val="A4A3A4"/>
          </p15:clr>
        </p15:guide>
        <p15:guide id="6" pos="15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 userDrawn="1">
          <p15:clr>
            <a:srgbClr val="A4A3A4"/>
          </p15:clr>
        </p15:guide>
        <p15:guide id="2" pos="2238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Christoph Neumann" initials="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F5F5"/>
    <a:srgbClr val="7FA9B6"/>
    <a:srgbClr val="6399AB"/>
    <a:srgbClr val="F29400"/>
    <a:srgbClr val="B0A79D"/>
    <a:srgbClr val="F28E00"/>
    <a:srgbClr val="FFC000"/>
    <a:srgbClr val="7FD9FF"/>
    <a:srgbClr val="0085BD"/>
    <a:srgbClr val="F395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93296810-A885-4BE3-A3E7-6D5BEEA58F35}" styleName="Mittlere Formatvorlage 2 - Akz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ittlere Formatvorlage 2 - Akz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Mittlere Formatvorlage 2 - Akz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ittlere Formatvorlage 2 - Akz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3" autoAdjust="0"/>
    <p:restoredTop sz="96357" autoAdjust="0"/>
  </p:normalViewPr>
  <p:slideViewPr>
    <p:cSldViewPr snapToObjects="1">
      <p:cViewPr varScale="1">
        <p:scale>
          <a:sx n="110" d="100"/>
          <a:sy n="110" d="100"/>
        </p:scale>
        <p:origin x="1314" y="108"/>
      </p:cViewPr>
      <p:guideLst>
        <p:guide orient="horz" pos="708"/>
        <p:guide orient="horz" pos="3657"/>
        <p:guide orient="horz" pos="3838"/>
        <p:guide pos="5647"/>
        <p:guide pos="1383"/>
        <p:guide pos="158"/>
      </p:guideLst>
    </p:cSldViewPr>
  </p:slideViewPr>
  <p:outlineViewPr>
    <p:cViewPr>
      <p:scale>
        <a:sx n="33" d="100"/>
        <a:sy n="33" d="100"/>
      </p:scale>
      <p:origin x="0" y="-21516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Objects="1">
      <p:cViewPr varScale="1">
        <p:scale>
          <a:sx n="75" d="100"/>
          <a:sy n="75" d="100"/>
        </p:scale>
        <p:origin x="3954" y="84"/>
      </p:cViewPr>
      <p:guideLst>
        <p:guide orient="horz" pos="3224"/>
        <p:guide pos="223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3079202" cy="5122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906" tIns="47953" rIns="95906" bIns="47953" numCol="1" anchor="t" anchorCtr="0" compatLnSpc="1">
            <a:prstTxWarp prst="textNoShape">
              <a:avLst/>
            </a:prstTxWarp>
          </a:bodyPr>
          <a:lstStyle>
            <a:lvl1pPr defTabSz="959367">
              <a:defRPr sz="1300"/>
            </a:lvl1pPr>
          </a:lstStyle>
          <a:p>
            <a:endParaRPr lang="de-DE" dirty="0">
              <a:latin typeface="MetaNormalLF-Roman"/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4861" y="1"/>
            <a:ext cx="3079202" cy="5122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906" tIns="47953" rIns="95906" bIns="47953" numCol="1" anchor="t" anchorCtr="0" compatLnSpc="1">
            <a:prstTxWarp prst="textNoShape">
              <a:avLst/>
            </a:prstTxWarp>
          </a:bodyPr>
          <a:lstStyle>
            <a:lvl1pPr algn="r" defTabSz="959367">
              <a:defRPr sz="1300"/>
            </a:lvl1pPr>
          </a:lstStyle>
          <a:p>
            <a:endParaRPr lang="de-DE" dirty="0">
              <a:latin typeface="MetaNormalLF-Roman"/>
            </a:endParaRPr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2392"/>
            <a:ext cx="3079202" cy="512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906" tIns="47953" rIns="95906" bIns="47953" numCol="1" anchor="b" anchorCtr="0" compatLnSpc="1">
            <a:prstTxWarp prst="textNoShape">
              <a:avLst/>
            </a:prstTxWarp>
          </a:bodyPr>
          <a:lstStyle>
            <a:lvl1pPr defTabSz="959367">
              <a:defRPr sz="1300"/>
            </a:lvl1pPr>
          </a:lstStyle>
          <a:p>
            <a:endParaRPr lang="de-DE" dirty="0">
              <a:latin typeface="MetaNormalLF-Roman"/>
            </a:endParaRPr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4861" y="9722392"/>
            <a:ext cx="3079202" cy="512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906" tIns="47953" rIns="95906" bIns="47953" numCol="1" anchor="b" anchorCtr="0" compatLnSpc="1">
            <a:prstTxWarp prst="textNoShape">
              <a:avLst/>
            </a:prstTxWarp>
          </a:bodyPr>
          <a:lstStyle>
            <a:lvl1pPr algn="r" defTabSz="959367">
              <a:defRPr sz="1300"/>
            </a:lvl1pPr>
          </a:lstStyle>
          <a:p>
            <a:fld id="{5D2008C6-AF71-46A7-A226-D12645E41171}" type="slidenum">
              <a:rPr lang="de-DE">
                <a:latin typeface="MetaNormalLF-Roman"/>
              </a:rPr>
              <a:pPr/>
              <a:t>‹Nr.›</a:t>
            </a:fld>
            <a:endParaRPr lang="de-DE" dirty="0">
              <a:latin typeface="MetaNormalLF-Roman"/>
            </a:endParaRPr>
          </a:p>
        </p:txBody>
      </p:sp>
    </p:spTree>
    <p:extLst>
      <p:ext uri="{BB962C8B-B14F-4D97-AF65-F5344CB8AC3E}">
        <p14:creationId xmlns:p14="http://schemas.microsoft.com/office/powerpoint/2010/main" val="39999275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3079202" cy="5122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906" tIns="47953" rIns="95906" bIns="47953" numCol="1" anchor="t" anchorCtr="0" compatLnSpc="1">
            <a:prstTxWarp prst="textNoShape">
              <a:avLst/>
            </a:prstTxWarp>
          </a:bodyPr>
          <a:lstStyle>
            <a:lvl1pPr defTabSz="959367">
              <a:defRPr sz="1300">
                <a:latin typeface="MetaNormalLF-Roman" panose="020B0502030000020004"/>
              </a:defRPr>
            </a:lvl1pPr>
          </a:lstStyle>
          <a:p>
            <a:endParaRPr lang="de-DE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4861" y="1"/>
            <a:ext cx="3079202" cy="5122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906" tIns="47953" rIns="95906" bIns="47953" numCol="1" anchor="t" anchorCtr="0" compatLnSpc="1">
            <a:prstTxWarp prst="textNoShape">
              <a:avLst/>
            </a:prstTxWarp>
          </a:bodyPr>
          <a:lstStyle>
            <a:lvl1pPr algn="r" defTabSz="959367">
              <a:defRPr sz="1300">
                <a:latin typeface="MetaNormalLF-Roman" panose="020B0502030000020004"/>
              </a:defRPr>
            </a:lvl1pPr>
          </a:lstStyle>
          <a:p>
            <a:endParaRPr lang="de-DE" dirty="0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3775" y="766763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8979" y="4860378"/>
            <a:ext cx="5206107" cy="46067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906" tIns="47953" rIns="95906" bIns="4795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Klicken Sie, um die Formate des Vorlagentextes zu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2392"/>
            <a:ext cx="3079202" cy="512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906" tIns="47953" rIns="95906" bIns="47953" numCol="1" anchor="b" anchorCtr="0" compatLnSpc="1">
            <a:prstTxWarp prst="textNoShape">
              <a:avLst/>
            </a:prstTxWarp>
          </a:bodyPr>
          <a:lstStyle>
            <a:lvl1pPr defTabSz="959367">
              <a:defRPr sz="1300">
                <a:latin typeface="MetaNormalLF-Roman" panose="020B0502030000020004"/>
              </a:defRPr>
            </a:lvl1pPr>
          </a:lstStyle>
          <a:p>
            <a:endParaRPr lang="de-DE" dirty="0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4861" y="9722392"/>
            <a:ext cx="3079202" cy="512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906" tIns="47953" rIns="95906" bIns="47953" numCol="1" anchor="b" anchorCtr="0" compatLnSpc="1">
            <a:prstTxWarp prst="textNoShape">
              <a:avLst/>
            </a:prstTxWarp>
          </a:bodyPr>
          <a:lstStyle>
            <a:lvl1pPr algn="r" defTabSz="959367">
              <a:defRPr sz="1300">
                <a:latin typeface="MetaNormalLF-Roman" panose="020B0502030000020004"/>
              </a:defRPr>
            </a:lvl1pPr>
          </a:lstStyle>
          <a:p>
            <a:fld id="{6E291615-FAF7-4493-A686-6F4E1EA06A90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6888559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MetaNormalLF-Roman" panose="020B0502030000020004"/>
        <a:ea typeface="+mn-ea"/>
        <a:cs typeface="Arial" charset="0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MetaNormalLF-Roman" panose="020B0502030000020004"/>
        <a:ea typeface="+mn-ea"/>
        <a:cs typeface="Arial" charset="0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MetaNormalLF-Roman" panose="020B0502030000020004"/>
        <a:ea typeface="+mn-ea"/>
        <a:cs typeface="Arial" charset="0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MetaNormalLF-Roman" panose="020B0502030000020004"/>
        <a:ea typeface="+mn-ea"/>
        <a:cs typeface="Arial" charset="0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MetaNormalLF-Roman" panose="020B0502030000020004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defTabSz="912813" fontAlgn="base">
              <a:spcBef>
                <a:spcPct val="0"/>
              </a:spcBef>
              <a:spcAft>
                <a:spcPct val="0"/>
              </a:spcAft>
              <a:defRPr/>
            </a:pPr>
            <a:fld id="{1E5A962B-1EAB-43EB-A4C8-8B8CAF850F09}" type="slidenum">
              <a:rPr lang="de-DE" smtClean="0"/>
              <a:pPr defTabSz="912813" fontAlgn="base">
                <a:spcBef>
                  <a:spcPct val="0"/>
                </a:spcBef>
                <a:spcAft>
                  <a:spcPct val="0"/>
                </a:spcAft>
                <a:defRPr/>
              </a:pPr>
              <a:t>1</a:t>
            </a:fld>
            <a:endParaRPr lang="de-DE" dirty="0"/>
          </a:p>
        </p:txBody>
      </p:sp>
      <p:sp>
        <p:nvSpPr>
          <p:cNvPr id="9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de-DE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defTabSz="912813" fontAlgn="base">
              <a:spcBef>
                <a:spcPct val="0"/>
              </a:spcBef>
              <a:spcAft>
                <a:spcPct val="0"/>
              </a:spcAft>
              <a:defRPr/>
            </a:pPr>
            <a:fld id="{1CD6FD4F-51A4-466E-905A-65C5C2AF801C}" type="slidenum">
              <a:rPr lang="de-DE" smtClean="0"/>
              <a:pPr defTabSz="912813" fontAlgn="base">
                <a:spcBef>
                  <a:spcPct val="0"/>
                </a:spcBef>
                <a:spcAft>
                  <a:spcPct val="0"/>
                </a:spcAft>
                <a:defRPr/>
              </a:pPr>
              <a:t>2</a:t>
            </a:fld>
            <a:endParaRPr lang="de-DE" dirty="0"/>
          </a:p>
        </p:txBody>
      </p:sp>
      <p:sp>
        <p:nvSpPr>
          <p:cNvPr id="102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de-DE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91615-FAF7-4493-A686-6F4E1EA06A90}" type="slidenum">
              <a:rPr lang="de-DE" smtClean="0"/>
              <a:pPr/>
              <a:t>3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42117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defTabSz="912813" fontAlgn="base">
              <a:spcBef>
                <a:spcPct val="0"/>
              </a:spcBef>
              <a:spcAft>
                <a:spcPct val="0"/>
              </a:spcAft>
              <a:defRPr/>
            </a:pPr>
            <a:fld id="{1CD6FD4F-51A4-466E-905A-65C5C2AF801C}" type="slidenum">
              <a:rPr lang="de-DE" smtClean="0"/>
              <a:pPr defTabSz="912813" fontAlgn="base">
                <a:spcBef>
                  <a:spcPct val="0"/>
                </a:spcBef>
                <a:spcAft>
                  <a:spcPct val="0"/>
                </a:spcAft>
                <a:defRPr/>
              </a:pPr>
              <a:t>4</a:t>
            </a:fld>
            <a:endParaRPr lang="de-DE" dirty="0"/>
          </a:p>
        </p:txBody>
      </p:sp>
      <p:sp>
        <p:nvSpPr>
          <p:cNvPr id="102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44471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defTabSz="912813" fontAlgn="base">
              <a:spcBef>
                <a:spcPct val="0"/>
              </a:spcBef>
              <a:spcAft>
                <a:spcPct val="0"/>
              </a:spcAft>
              <a:defRPr/>
            </a:pPr>
            <a:fld id="{1CD6FD4F-51A4-466E-905A-65C5C2AF801C}" type="slidenum">
              <a:rPr lang="de-DE" smtClean="0"/>
              <a:pPr defTabSz="912813" fontAlgn="base">
                <a:spcBef>
                  <a:spcPct val="0"/>
                </a:spcBef>
                <a:spcAft>
                  <a:spcPct val="0"/>
                </a:spcAft>
                <a:defRPr/>
              </a:pPr>
              <a:t>5</a:t>
            </a:fld>
            <a:endParaRPr lang="de-DE" dirty="0"/>
          </a:p>
        </p:txBody>
      </p:sp>
      <p:sp>
        <p:nvSpPr>
          <p:cNvPr id="102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270258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91615-FAF7-4493-A686-6F4E1EA06A90}" type="slidenum">
              <a:rPr lang="de-DE" smtClean="0"/>
              <a:pPr/>
              <a:t>6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202677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defTabSz="912813" fontAlgn="base">
              <a:spcBef>
                <a:spcPct val="0"/>
              </a:spcBef>
              <a:spcAft>
                <a:spcPct val="0"/>
              </a:spcAft>
              <a:defRPr/>
            </a:pPr>
            <a:fld id="{1CD6FD4F-51A4-466E-905A-65C5C2AF801C}" type="slidenum">
              <a:rPr lang="de-DE" smtClean="0"/>
              <a:pPr defTabSz="912813" fontAlgn="base">
                <a:spcBef>
                  <a:spcPct val="0"/>
                </a:spcBef>
                <a:spcAft>
                  <a:spcPct val="0"/>
                </a:spcAft>
                <a:defRPr/>
              </a:pPr>
              <a:t>7</a:t>
            </a:fld>
            <a:endParaRPr lang="de-DE" dirty="0"/>
          </a:p>
        </p:txBody>
      </p:sp>
      <p:sp>
        <p:nvSpPr>
          <p:cNvPr id="102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783026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gif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7.sv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elfolie Varian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0" y="6488113"/>
            <a:ext cx="9144000" cy="369887"/>
          </a:xfrm>
          <a:prstGeom prst="rect">
            <a:avLst/>
          </a:prstGeom>
          <a:solidFill>
            <a:srgbClr val="B0A79D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de-DE" dirty="0">
              <a:latin typeface="MetaNormalLF-Roman" panose="020B0502030000020004"/>
            </a:endParaRPr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2886075" y="6481763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900" dirty="0">
                <a:solidFill>
                  <a:srgbClr val="F8F8F8"/>
                </a:solidFill>
                <a:latin typeface="Meta Pro" panose="02000503040000020004" pitchFamily="2" charset="0"/>
              </a:rPr>
              <a:t>Verfasser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solidFill>
                  <a:srgbClr val="F8F8F8"/>
                </a:solidFill>
                <a:latin typeface="Meta Pro" panose="02000503040000020004" pitchFamily="2" charset="0"/>
              </a:rPr>
              <a:t>Datum </a:t>
            </a:r>
            <a:r>
              <a:rPr lang="de-DE" sz="900" dirty="0">
                <a:solidFill>
                  <a:srgbClr val="F8F8F8"/>
                </a:solidFill>
                <a:latin typeface="Meta Pro" panose="02000503040000020004" pitchFamily="2" charset="0"/>
              </a:rPr>
              <a:t>/ Seitenzahl</a:t>
            </a:r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269875" y="6481763"/>
            <a:ext cx="23241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900" dirty="0">
                <a:solidFill>
                  <a:srgbClr val="F8F8F8"/>
                </a:solidFill>
                <a:latin typeface="Meta Pro" panose="02000503040000020004" pitchFamily="2" charset="0"/>
              </a:rPr>
              <a:t>Titel der Präsentation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900" dirty="0">
                <a:solidFill>
                  <a:srgbClr val="F8F8F8"/>
                </a:solidFill>
                <a:latin typeface="Meta Pro" panose="02000503040000020004" pitchFamily="2" charset="0"/>
              </a:rPr>
              <a:t>evtl. zweizeilig</a:t>
            </a: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0" y="6488113"/>
            <a:ext cx="9144000" cy="369887"/>
          </a:xfrm>
          <a:prstGeom prst="rect">
            <a:avLst/>
          </a:prstGeom>
          <a:solidFill>
            <a:srgbClr val="B0A79D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de-DE" dirty="0">
              <a:latin typeface="MetaNormalLF-Roman" panose="020B0502030000020004"/>
            </a:endParaRPr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3640582" y="649395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900" dirty="0">
                <a:solidFill>
                  <a:srgbClr val="F8F8F8"/>
                </a:solidFill>
                <a:latin typeface="Meta Pro" panose="02000503040000020004" pitchFamily="2" charset="0"/>
                <a:cs typeface="Tahoma" pitchFamily="34" charset="0"/>
              </a:rPr>
              <a:t>Verfasser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solidFill>
                  <a:srgbClr val="F8F8F8"/>
                </a:solidFill>
                <a:latin typeface="Meta Pro" panose="02000503040000020004" pitchFamily="2" charset="0"/>
                <a:cs typeface="Tahoma" pitchFamily="34" charset="0"/>
              </a:rPr>
              <a:t>Datum </a:t>
            </a:r>
            <a:r>
              <a:rPr lang="de-DE" sz="900" dirty="0">
                <a:solidFill>
                  <a:srgbClr val="F8F8F8"/>
                </a:solidFill>
                <a:latin typeface="Meta Pro" panose="02000503040000020004" pitchFamily="2" charset="0"/>
                <a:cs typeface="Tahoma" pitchFamily="34" charset="0"/>
              </a:rPr>
              <a:t>/ Seitenzahl</a:t>
            </a:r>
          </a:p>
        </p:txBody>
      </p:sp>
      <p:sp>
        <p:nvSpPr>
          <p:cNvPr id="10" name="Rectangle 6"/>
          <p:cNvSpPr>
            <a:spLocks noChangeArrowheads="1"/>
          </p:cNvSpPr>
          <p:nvPr/>
        </p:nvSpPr>
        <p:spPr bwMode="auto">
          <a:xfrm>
            <a:off x="463550" y="6493955"/>
            <a:ext cx="23241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900" dirty="0">
                <a:solidFill>
                  <a:srgbClr val="F8F8F8"/>
                </a:solidFill>
                <a:latin typeface="Meta Pro" panose="02000503040000020004" pitchFamily="2" charset="0"/>
                <a:cs typeface="Tahoma" pitchFamily="34" charset="0"/>
              </a:rPr>
              <a:t>Titel der Präsentation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900" dirty="0">
                <a:solidFill>
                  <a:srgbClr val="F8F8F8"/>
                </a:solidFill>
                <a:latin typeface="Meta Pro" panose="02000503040000020004" pitchFamily="2" charset="0"/>
                <a:cs typeface="Tahoma" pitchFamily="34" charset="0"/>
              </a:rPr>
              <a:t>evtl. zweizeilig</a:t>
            </a:r>
          </a:p>
        </p:txBody>
      </p:sp>
      <p:sp>
        <p:nvSpPr>
          <p:cNvPr id="1433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59304" y="610952"/>
            <a:ext cx="5273160" cy="1346200"/>
          </a:xfrm>
        </p:spPr>
        <p:txBody>
          <a:bodyPr/>
          <a:lstStyle>
            <a:lvl1pPr algn="l">
              <a:lnSpc>
                <a:spcPct val="100000"/>
              </a:lnSpc>
              <a:defRPr sz="3200" b="0">
                <a:latin typeface="Meta Pro" panose="02000503040000020004" pitchFamily="2" charset="0"/>
                <a:cs typeface="Tahoma" pitchFamily="34" charset="0"/>
              </a:defRPr>
            </a:lvl1pPr>
          </a:lstStyle>
          <a:p>
            <a:r>
              <a:rPr lang="de-DE" dirty="0"/>
              <a:t>Titelmasterformat durch Klicken bearbeiten</a:t>
            </a:r>
          </a:p>
        </p:txBody>
      </p:sp>
      <p:pic>
        <p:nvPicPr>
          <p:cNvPr id="14" name="Picture 17" descr="Titelsegment trans"/>
          <p:cNvPicPr>
            <a:picLocks noChangeAspect="1" noChangeArrowheads="1"/>
          </p:cNvPicPr>
          <p:nvPr userDrawn="1"/>
        </p:nvPicPr>
        <p:blipFill>
          <a:blip r:embed="rId2" cstate="print"/>
          <a:srcRect l="1918" t="390" r="63"/>
          <a:stretch>
            <a:fillRect/>
          </a:stretch>
        </p:blipFill>
        <p:spPr bwMode="auto">
          <a:xfrm>
            <a:off x="5885753" y="0"/>
            <a:ext cx="3258247" cy="23182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" name="Grafik 14" descr="Claim HAW negativ transparenter Hintergrund.gif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7193945" y="6562576"/>
            <a:ext cx="1389064" cy="102626"/>
          </a:xfrm>
          <a:prstGeom prst="rect">
            <a:avLst/>
          </a:prstGeom>
        </p:spPr>
      </p:pic>
      <p:pic>
        <p:nvPicPr>
          <p:cNvPr id="18" name="Grafik 17" descr="Logo_OTH-D-Subl.png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6852285" y="504825"/>
            <a:ext cx="1750978" cy="884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76689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4">
            <a:extLst>
              <a:ext uri="{FF2B5EF4-FFF2-40B4-BE49-F238E27FC236}">
                <a16:creationId xmlns:a16="http://schemas.microsoft.com/office/drawing/2014/main" id="{99D4D66E-5374-4AA9-8AF1-24532C29AD5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6488113"/>
            <a:ext cx="9144000" cy="369887"/>
          </a:xfrm>
          <a:prstGeom prst="rect">
            <a:avLst/>
          </a:prstGeom>
          <a:solidFill>
            <a:srgbClr val="B0A79D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de-DE" dirty="0">
              <a:latin typeface="MetaNormalLF-Roman"/>
            </a:endParaRPr>
          </a:p>
        </p:txBody>
      </p:sp>
      <p:sp>
        <p:nvSpPr>
          <p:cNvPr id="22" name="Textplatzhalter 21"/>
          <p:cNvSpPr>
            <a:spLocks noGrp="1"/>
          </p:cNvSpPr>
          <p:nvPr>
            <p:ph type="body" sz="quarter" idx="13" hasCustomPrompt="1"/>
          </p:nvPr>
        </p:nvSpPr>
        <p:spPr>
          <a:xfrm>
            <a:off x="0" y="5397495"/>
            <a:ext cx="9144032" cy="450000"/>
          </a:xfrm>
          <a:prstGeom prst="rect">
            <a:avLst/>
          </a:prstGeom>
        </p:spPr>
        <p:txBody>
          <a:bodyPr lIns="180000" rIns="180000" anchor="b"/>
          <a:lstStyle>
            <a:lvl1pPr algn="r">
              <a:buNone/>
              <a:defRPr sz="1400" b="1">
                <a:solidFill>
                  <a:schemeClr val="accent3"/>
                </a:solidFill>
                <a:latin typeface="Meta Pro" panose="02000503040000020004" pitchFamily="2" charset="0"/>
              </a:defRPr>
            </a:lvl1pPr>
          </a:lstStyle>
          <a:p>
            <a:pPr lvl="0"/>
            <a:r>
              <a:rPr lang="en-GB" dirty="0"/>
              <a:t>[</a:t>
            </a:r>
            <a:r>
              <a:rPr lang="en-GB" dirty="0" err="1"/>
              <a:t>Vorname</a:t>
            </a:r>
            <a:r>
              <a:rPr lang="en-GB" dirty="0"/>
              <a:t> </a:t>
            </a:r>
            <a:r>
              <a:rPr lang="en-GB" dirty="0" err="1"/>
              <a:t>Nachname</a:t>
            </a:r>
            <a:r>
              <a:rPr lang="en-GB" dirty="0"/>
              <a:t>]</a:t>
            </a:r>
          </a:p>
        </p:txBody>
      </p:sp>
      <p:sp>
        <p:nvSpPr>
          <p:cNvPr id="27" name="Textplatzhalter 26"/>
          <p:cNvSpPr>
            <a:spLocks noGrp="1"/>
          </p:cNvSpPr>
          <p:nvPr>
            <p:ph type="body" sz="quarter" idx="15" hasCustomPrompt="1"/>
          </p:nvPr>
        </p:nvSpPr>
        <p:spPr>
          <a:xfrm>
            <a:off x="88" y="3071810"/>
            <a:ext cx="9143944" cy="1027115"/>
          </a:xfrm>
          <a:prstGeom prst="rect">
            <a:avLst/>
          </a:prstGeom>
          <a:noFill/>
        </p:spPr>
        <p:txBody>
          <a:bodyPr lIns="180000" rIns="180000" anchor="b" anchorCtr="0"/>
          <a:lstStyle>
            <a:lvl1pPr algn="r">
              <a:spcBef>
                <a:spcPts val="0"/>
              </a:spcBef>
              <a:buNone/>
              <a:defRPr sz="1800" baseline="0">
                <a:solidFill>
                  <a:schemeClr val="accent3"/>
                </a:solidFill>
                <a:latin typeface="Meta Pro" panose="02000503040000020004" pitchFamily="2" charset="0"/>
              </a:defRPr>
            </a:lvl1pPr>
          </a:lstStyle>
          <a:p>
            <a:pPr lvl="0"/>
            <a:r>
              <a:rPr lang="de-DE" dirty="0"/>
              <a:t>[Untertitel]</a:t>
            </a:r>
            <a:endParaRPr lang="en-US" dirty="0"/>
          </a:p>
        </p:txBody>
      </p:sp>
      <p:sp>
        <p:nvSpPr>
          <p:cNvPr id="229393" name="Rectangle 17"/>
          <p:cNvSpPr>
            <a:spLocks noGrp="1" noChangeArrowheads="1"/>
          </p:cNvSpPr>
          <p:nvPr>
            <p:ph type="ctrTitle" sz="quarter" hasCustomPrompt="1"/>
          </p:nvPr>
        </p:nvSpPr>
        <p:spPr>
          <a:xfrm>
            <a:off x="-32" y="4057878"/>
            <a:ext cx="9144064" cy="1339617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none"/>
        </p:style>
        <p:txBody>
          <a:bodyPr wrap="square" lIns="180000" rIns="180000" anchor="ctr"/>
          <a:lstStyle>
            <a:lvl1pPr algn="r">
              <a:defRPr sz="3200" baseline="0">
                <a:solidFill>
                  <a:schemeClr val="bg1"/>
                </a:solidFill>
                <a:latin typeface="Meta Pro" panose="02000503040000020004" pitchFamily="2" charset="0"/>
              </a:defRPr>
            </a:lvl1pPr>
          </a:lstStyle>
          <a:p>
            <a:r>
              <a:rPr lang="de-DE" dirty="0"/>
              <a:t>[Titel]</a:t>
            </a:r>
          </a:p>
        </p:txBody>
      </p:sp>
      <p:sp>
        <p:nvSpPr>
          <p:cNvPr id="23" name="Textplatzhalter 21"/>
          <p:cNvSpPr>
            <a:spLocks noGrp="1"/>
          </p:cNvSpPr>
          <p:nvPr>
            <p:ph type="body" sz="quarter" idx="14" hasCustomPrompt="1"/>
          </p:nvPr>
        </p:nvSpPr>
        <p:spPr>
          <a:xfrm>
            <a:off x="88" y="5847495"/>
            <a:ext cx="9143880" cy="216000"/>
          </a:xfrm>
          <a:prstGeom prst="rect">
            <a:avLst/>
          </a:prstGeom>
        </p:spPr>
        <p:txBody>
          <a:bodyPr lIns="180000" rIns="180000" anchor="ctr"/>
          <a:lstStyle>
            <a:lvl1pPr algn="r">
              <a:buNone/>
              <a:defRPr sz="1400" b="1">
                <a:solidFill>
                  <a:schemeClr val="accent3"/>
                </a:solidFill>
                <a:latin typeface="Meta Pro" panose="02000503040000020004" pitchFamily="2" charset="0"/>
              </a:defRPr>
            </a:lvl1pPr>
          </a:lstStyle>
          <a:p>
            <a:pPr lvl="0"/>
            <a:r>
              <a:rPr lang="en-GB" dirty="0"/>
              <a:t>[DD.MM.YYYY]</a:t>
            </a:r>
          </a:p>
        </p:txBody>
      </p:sp>
      <p:pic>
        <p:nvPicPr>
          <p:cNvPr id="10" name="Grafik 9" descr="Claim HAW negativ transparenter Hintergrund.gif">
            <a:extLst>
              <a:ext uri="{FF2B5EF4-FFF2-40B4-BE49-F238E27FC236}">
                <a16:creationId xmlns:a16="http://schemas.microsoft.com/office/drawing/2014/main" id="{83E9DE93-9956-4F1C-9CCC-2FBB0E5D75F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7549966" y="6625249"/>
            <a:ext cx="1389064" cy="102626"/>
          </a:xfrm>
          <a:prstGeom prst="rect">
            <a:avLst/>
          </a:prstGeom>
        </p:spPr>
      </p:pic>
      <p:pic>
        <p:nvPicPr>
          <p:cNvPr id="11" name="Inhaltsplatzhalter 7">
            <a:extLst>
              <a:ext uri="{FF2B5EF4-FFF2-40B4-BE49-F238E27FC236}">
                <a16:creationId xmlns:a16="http://schemas.microsoft.com/office/drawing/2014/main" id="{9234C3BE-0288-417C-9E38-54CD1D5593E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95606" y="910474"/>
            <a:ext cx="1952787" cy="195278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8" name="Picture 17" descr="Titelsegment trans">
            <a:extLst>
              <a:ext uri="{FF2B5EF4-FFF2-40B4-BE49-F238E27FC236}">
                <a16:creationId xmlns:a16="http://schemas.microsoft.com/office/drawing/2014/main" id="{2412B62D-16FD-4EEC-920F-F721AFD7139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 cstate="print"/>
          <a:srcRect l="1918" t="390" r="63"/>
          <a:stretch>
            <a:fillRect/>
          </a:stretch>
        </p:blipFill>
        <p:spPr bwMode="auto">
          <a:xfrm>
            <a:off x="5885753" y="0"/>
            <a:ext cx="3258247" cy="23182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Grafik 8" descr="Logo_OTH-D-Subl.png">
            <a:extLst>
              <a:ext uri="{FF2B5EF4-FFF2-40B4-BE49-F238E27FC236}">
                <a16:creationId xmlns:a16="http://schemas.microsoft.com/office/drawing/2014/main" id="{46680A19-EC64-4942-8809-FFCC9C0ECDB1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/>
          <a:stretch>
            <a:fillRect/>
          </a:stretch>
        </p:blipFill>
        <p:spPr>
          <a:xfrm>
            <a:off x="6852285" y="504825"/>
            <a:ext cx="1750978" cy="884137"/>
          </a:xfrm>
          <a:prstGeom prst="rect">
            <a:avLst/>
          </a:prstGeom>
        </p:spPr>
      </p:pic>
      <p:sp>
        <p:nvSpPr>
          <p:cNvPr id="13" name="Rectangle 8">
            <a:extLst>
              <a:ext uri="{FF2B5EF4-FFF2-40B4-BE49-F238E27FC236}">
                <a16:creationId xmlns:a16="http://schemas.microsoft.com/office/drawing/2014/main" id="{3B9A81B5-F970-4708-B19A-59494BBC8BF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5292080" y="6677050"/>
            <a:ext cx="758825" cy="162000"/>
          </a:xfrm>
          <a:prstGeom prst="rect">
            <a:avLst/>
          </a:prstGeom>
        </p:spPr>
        <p:txBody>
          <a:bodyPr vert="horz" wrap="none" lIns="91440" tIns="45720" rIns="91440" bIns="45720" rtlCol="0" anchor="ctr"/>
          <a:lstStyle>
            <a:lvl1pPr algn="l">
              <a:defRPr lang="de-DE" sz="900" b="0" smtClean="0">
                <a:solidFill>
                  <a:schemeClr val="bg1"/>
                </a:solidFill>
                <a:latin typeface="Meta Pro" panose="02000503040000020004" pitchFamily="2" charset="0"/>
              </a:defRPr>
            </a:lvl1pPr>
          </a:lstStyle>
          <a:p>
            <a:fld id="{58B5944C-422B-400C-ACEC-079F06A0E4F8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4" name="Rectangle 12">
            <a:extLst>
              <a:ext uri="{FF2B5EF4-FFF2-40B4-BE49-F238E27FC236}">
                <a16:creationId xmlns:a16="http://schemas.microsoft.com/office/drawing/2014/main" id="{D95AE9BA-2078-4CEF-A362-A73863791C95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39792" y="6513414"/>
            <a:ext cx="3240120" cy="3272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>
              <a:defRPr sz="900" b="0">
                <a:solidFill>
                  <a:schemeClr val="bg1"/>
                </a:solidFill>
                <a:latin typeface="Meta Pro" panose="02000503040000020004" pitchFamily="2" charset="0"/>
              </a:defRPr>
            </a:lvl1pPr>
          </a:lstStyle>
          <a:p>
            <a:r>
              <a:rPr lang="de-DE" dirty="0"/>
              <a:t>Titel der Präsentation</a:t>
            </a:r>
          </a:p>
        </p:txBody>
      </p:sp>
      <p:sp>
        <p:nvSpPr>
          <p:cNvPr id="15" name="Datumsplatzhalter 14">
            <a:extLst>
              <a:ext uri="{FF2B5EF4-FFF2-40B4-BE49-F238E27FC236}">
                <a16:creationId xmlns:a16="http://schemas.microsoft.com/office/drawing/2014/main" id="{C492FFE0-3AB5-4A4E-8313-1939DC7B98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139952" y="6678642"/>
            <a:ext cx="1152128" cy="162000"/>
          </a:xfrm>
          <a:prstGeom prst="rect">
            <a:avLst/>
          </a:prstGeom>
        </p:spPr>
        <p:txBody>
          <a:bodyPr vert="horz" wrap="none" lIns="91440" tIns="45720" rIns="91440" bIns="45720" rtlCol="0" anchor="ctr"/>
          <a:lstStyle>
            <a:lvl1pPr algn="l">
              <a:defRPr sz="900" b="0">
                <a:solidFill>
                  <a:schemeClr val="bg1"/>
                </a:solidFill>
                <a:latin typeface="Meta Pro" panose="02000503040000020004" pitchFamily="2" charset="0"/>
              </a:defRPr>
            </a:lvl1pPr>
          </a:lstStyle>
          <a:p>
            <a:r>
              <a:rPr lang="de-DE" dirty="0"/>
              <a:t>Datum</a:t>
            </a:r>
            <a:endParaRPr lang="en-GB" dirty="0"/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08F7E245-C934-4E4D-A5C4-0EEBEA36045C}"/>
              </a:ext>
            </a:extLst>
          </p:cNvPr>
          <p:cNvSpPr txBox="1"/>
          <p:nvPr userDrawn="1"/>
        </p:nvSpPr>
        <p:spPr>
          <a:xfrm>
            <a:off x="4139952" y="6513414"/>
            <a:ext cx="2044149" cy="162000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r>
              <a:rPr lang="de-DE" sz="900" dirty="0">
                <a:solidFill>
                  <a:schemeClr val="bg1"/>
                </a:solidFill>
                <a:latin typeface="Meta Pro" panose="02000503040000020004" pitchFamily="2" charset="0"/>
              </a:rPr>
              <a:t>Team Rot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11139" y="153988"/>
            <a:ext cx="6377086" cy="826740"/>
          </a:xfrm>
          <a:prstGeom prst="rect">
            <a:avLst/>
          </a:prstGeom>
        </p:spPr>
        <p:txBody>
          <a:bodyPr anchor="t"/>
          <a:lstStyle>
            <a:lvl1pPr>
              <a:defRPr>
                <a:solidFill>
                  <a:schemeClr val="accent3"/>
                </a:solidFill>
                <a:latin typeface="Meta Pro" panose="02000503040000020004" pitchFamily="2" charset="0"/>
              </a:defRPr>
            </a:lvl1pPr>
          </a:lstStyle>
          <a:p>
            <a:r>
              <a:rPr lang="de-DE" dirty="0"/>
              <a:t>[Titel]</a:t>
            </a:r>
          </a:p>
        </p:txBody>
      </p:sp>
      <p:sp>
        <p:nvSpPr>
          <p:cNvPr id="12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5292080" y="6677050"/>
            <a:ext cx="758825" cy="162000"/>
          </a:xfrm>
          <a:prstGeom prst="rect">
            <a:avLst/>
          </a:prstGeom>
        </p:spPr>
        <p:txBody>
          <a:bodyPr vert="horz" wrap="none" lIns="91440" tIns="45720" rIns="91440" bIns="45720" rtlCol="0" anchor="ctr"/>
          <a:lstStyle>
            <a:lvl1pPr algn="l">
              <a:defRPr lang="de-DE" sz="900" b="0" smtClean="0">
                <a:solidFill>
                  <a:schemeClr val="bg1"/>
                </a:solidFill>
                <a:latin typeface="Meta Pro" panose="02000503040000020004" pitchFamily="2" charset="0"/>
              </a:defRPr>
            </a:lvl1pPr>
          </a:lstStyle>
          <a:p>
            <a:fld id="{58B5944C-422B-400C-ACEC-079F06A0E4F8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5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39792" y="6513414"/>
            <a:ext cx="3240120" cy="3272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>
              <a:defRPr sz="900" b="0">
                <a:solidFill>
                  <a:schemeClr val="bg1"/>
                </a:solidFill>
                <a:latin typeface="Meta Pro" panose="02000503040000020004" pitchFamily="2" charset="0"/>
              </a:defRPr>
            </a:lvl1pPr>
          </a:lstStyle>
          <a:p>
            <a:r>
              <a:rPr lang="de-DE"/>
              <a:t>Titel der Präsentation</a:t>
            </a:r>
            <a:endParaRPr lang="de-DE" dirty="0"/>
          </a:p>
        </p:txBody>
      </p:sp>
      <p:sp>
        <p:nvSpPr>
          <p:cNvPr id="16" name="Datumsplatzhalter 14"/>
          <p:cNvSpPr>
            <a:spLocks noGrp="1"/>
          </p:cNvSpPr>
          <p:nvPr>
            <p:ph type="dt" sz="half" idx="2"/>
          </p:nvPr>
        </p:nvSpPr>
        <p:spPr>
          <a:xfrm>
            <a:off x="4139952" y="6678642"/>
            <a:ext cx="1152128" cy="162000"/>
          </a:xfrm>
          <a:prstGeom prst="rect">
            <a:avLst/>
          </a:prstGeom>
        </p:spPr>
        <p:txBody>
          <a:bodyPr vert="horz" wrap="none" lIns="91440" tIns="45720" rIns="91440" bIns="45720" rtlCol="0" anchor="ctr"/>
          <a:lstStyle>
            <a:lvl1pPr algn="l">
              <a:defRPr sz="900" b="0">
                <a:solidFill>
                  <a:schemeClr val="bg1"/>
                </a:solidFill>
                <a:latin typeface="Meta Pro" panose="02000503040000020004" pitchFamily="2" charset="0"/>
              </a:defRPr>
            </a:lvl1pPr>
          </a:lstStyle>
          <a:p>
            <a:r>
              <a:rPr lang="de-DE"/>
              <a:t>Datum</a:t>
            </a:r>
            <a:endParaRPr lang="en-GB" dirty="0"/>
          </a:p>
        </p:txBody>
      </p:sp>
      <p:sp>
        <p:nvSpPr>
          <p:cNvPr id="9" name="Inhaltsplatzhalter 2"/>
          <p:cNvSpPr>
            <a:spLocks noGrp="1"/>
          </p:cNvSpPr>
          <p:nvPr>
            <p:ph idx="11" hasCustomPrompt="1"/>
          </p:nvPr>
        </p:nvSpPr>
        <p:spPr>
          <a:xfrm>
            <a:off x="211138" y="1339314"/>
            <a:ext cx="8753475" cy="487576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buClr>
                <a:schemeClr val="accent3"/>
              </a:buClr>
              <a:buFont typeface="Arial" panose="020B0604020202020204" pitchFamily="34" charset="0"/>
              <a:buChar char="•"/>
              <a:defRPr>
                <a:latin typeface="Meta Pro" panose="02000503040000020004" pitchFamily="2" charset="0"/>
              </a:defRPr>
            </a:lvl1pPr>
            <a:lvl2pPr>
              <a:buClr>
                <a:schemeClr val="accent3"/>
              </a:buClr>
              <a:buSzPct val="80000"/>
              <a:buFont typeface="Arial" panose="020B0604020202020204" pitchFamily="34" charset="0"/>
              <a:buChar char="•"/>
              <a:defRPr>
                <a:latin typeface="Meta Pro" panose="02000503040000020004" pitchFamily="2" charset="0"/>
              </a:defRPr>
            </a:lvl2pPr>
            <a:lvl3pPr>
              <a:buClr>
                <a:schemeClr val="accent3"/>
              </a:buClr>
              <a:buSzPct val="80000"/>
              <a:buFont typeface="Arial" panose="020B0604020202020204" pitchFamily="34" charset="0"/>
              <a:buChar char="•"/>
              <a:defRPr>
                <a:latin typeface="Meta Pro" panose="02000503040000020004" pitchFamily="2" charset="0"/>
              </a:defRPr>
            </a:lvl3pPr>
            <a:lvl4pPr>
              <a:buClr>
                <a:schemeClr val="accent3"/>
              </a:buClr>
              <a:buSzPct val="80000"/>
              <a:buFont typeface="Arial" panose="020B0604020202020204" pitchFamily="34" charset="0"/>
              <a:buChar char="•"/>
              <a:defRPr>
                <a:latin typeface="Meta Pro" panose="02000503040000020004" pitchFamily="2" charset="0"/>
              </a:defRPr>
            </a:lvl4pPr>
            <a:lvl5pPr>
              <a:buClr>
                <a:schemeClr val="accent3"/>
              </a:buClr>
              <a:buSzPct val="80000"/>
              <a:buFont typeface="Arial" panose="020B0604020202020204" pitchFamily="34" charset="0"/>
              <a:buChar char="•"/>
              <a:defRPr>
                <a:latin typeface="Meta Pro" panose="02000503040000020004" pitchFamily="2" charset="0"/>
              </a:defRPr>
            </a:lvl5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3960A02E-82B1-4670-B6AA-E7617628317E}"/>
              </a:ext>
            </a:extLst>
          </p:cNvPr>
          <p:cNvSpPr txBox="1"/>
          <p:nvPr userDrawn="1"/>
        </p:nvSpPr>
        <p:spPr>
          <a:xfrm>
            <a:off x="4139952" y="6513414"/>
            <a:ext cx="2044149" cy="162000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r>
              <a:rPr lang="de-DE" sz="900" dirty="0">
                <a:solidFill>
                  <a:schemeClr val="bg1"/>
                </a:solidFill>
                <a:latin typeface="Meta Pro" panose="02000503040000020004" pitchFamily="2" charset="0"/>
              </a:rPr>
              <a:t>Team Rot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Inhaltsplatzhalter 2"/>
          <p:cNvSpPr>
            <a:spLocks noGrp="1"/>
          </p:cNvSpPr>
          <p:nvPr>
            <p:ph idx="1" hasCustomPrompt="1"/>
          </p:nvPr>
        </p:nvSpPr>
        <p:spPr>
          <a:xfrm>
            <a:off x="211138" y="1357298"/>
            <a:ext cx="4217985" cy="48240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buClr>
                <a:schemeClr val="accent3"/>
              </a:buClr>
              <a:buFont typeface="Arial" panose="020B0604020202020204" pitchFamily="34" charset="0"/>
              <a:buChar char="•"/>
              <a:defRPr>
                <a:latin typeface="Meta Pro" panose="02000503040000020004" pitchFamily="2" charset="0"/>
              </a:defRPr>
            </a:lvl1pPr>
            <a:lvl2pPr>
              <a:buClr>
                <a:schemeClr val="accent3"/>
              </a:buClr>
              <a:buFont typeface="Arial" panose="020B0604020202020204" pitchFamily="34" charset="0"/>
              <a:buChar char="•"/>
              <a:defRPr>
                <a:latin typeface="Meta Pro" panose="02000503040000020004" pitchFamily="2" charset="0"/>
              </a:defRPr>
            </a:lvl2pPr>
            <a:lvl3pPr>
              <a:buClr>
                <a:schemeClr val="accent3"/>
              </a:buClr>
              <a:buFont typeface="Arial" panose="020B0604020202020204" pitchFamily="34" charset="0"/>
              <a:buChar char="•"/>
              <a:defRPr>
                <a:latin typeface="Meta Pro" panose="02000503040000020004" pitchFamily="2" charset="0"/>
              </a:defRPr>
            </a:lvl3pPr>
            <a:lvl4pPr>
              <a:buClr>
                <a:schemeClr val="accent3"/>
              </a:buClr>
              <a:buFont typeface="Arial" panose="020B0604020202020204" pitchFamily="34" charset="0"/>
              <a:buChar char="•"/>
              <a:defRPr>
                <a:latin typeface="Meta Pro" panose="02000503040000020004" pitchFamily="2" charset="0"/>
              </a:defRPr>
            </a:lvl4pPr>
            <a:lvl5pPr>
              <a:buClr>
                <a:schemeClr val="accent3"/>
              </a:buClr>
              <a:buFont typeface="Arial" panose="020B0604020202020204" pitchFamily="34" charset="0"/>
              <a:buChar char="•"/>
              <a:defRPr>
                <a:latin typeface="Meta Pro" panose="02000503040000020004" pitchFamily="2" charset="0"/>
              </a:defRPr>
            </a:lvl5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3" name="Inhaltsplatzhalter 2"/>
          <p:cNvSpPr>
            <a:spLocks noGrp="1"/>
          </p:cNvSpPr>
          <p:nvPr>
            <p:ph idx="11" hasCustomPrompt="1"/>
          </p:nvPr>
        </p:nvSpPr>
        <p:spPr>
          <a:xfrm>
            <a:off x="4664075" y="1357298"/>
            <a:ext cx="4217985" cy="48240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buClr>
                <a:schemeClr val="accent3"/>
              </a:buClr>
              <a:buFont typeface="Arial" panose="020B0604020202020204" pitchFamily="34" charset="0"/>
              <a:buChar char="•"/>
              <a:defRPr>
                <a:latin typeface="Meta Pro" panose="02000503040000020004" pitchFamily="2" charset="0"/>
              </a:defRPr>
            </a:lvl1pPr>
            <a:lvl2pPr>
              <a:buClr>
                <a:schemeClr val="accent3"/>
              </a:buClr>
              <a:buFont typeface="Arial" panose="020B0604020202020204" pitchFamily="34" charset="0"/>
              <a:buChar char="•"/>
              <a:defRPr>
                <a:latin typeface="Meta Pro" panose="02000503040000020004" pitchFamily="2" charset="0"/>
              </a:defRPr>
            </a:lvl2pPr>
            <a:lvl3pPr>
              <a:buClr>
                <a:schemeClr val="accent3"/>
              </a:buClr>
              <a:buFont typeface="Arial" panose="020B0604020202020204" pitchFamily="34" charset="0"/>
              <a:buChar char="•"/>
              <a:defRPr>
                <a:latin typeface="Meta Pro" panose="02000503040000020004" pitchFamily="2" charset="0"/>
              </a:defRPr>
            </a:lvl3pPr>
            <a:lvl4pPr>
              <a:buClr>
                <a:schemeClr val="accent3"/>
              </a:buClr>
              <a:buFont typeface="Arial" panose="020B0604020202020204" pitchFamily="34" charset="0"/>
              <a:buChar char="•"/>
              <a:defRPr>
                <a:latin typeface="Meta Pro" panose="02000503040000020004" pitchFamily="2" charset="0"/>
              </a:defRPr>
            </a:lvl4pPr>
            <a:lvl5pPr>
              <a:buClr>
                <a:schemeClr val="accent3"/>
              </a:buClr>
              <a:buFont typeface="Arial" panose="020B0604020202020204" pitchFamily="34" charset="0"/>
              <a:buChar char="•"/>
              <a:defRPr>
                <a:latin typeface="Meta Pro" panose="02000503040000020004" pitchFamily="2" charset="0"/>
              </a:defRPr>
            </a:lvl5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581E2CB0-F368-4312-ACCC-051B0D4D5A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1139" y="153988"/>
            <a:ext cx="6377086" cy="826740"/>
          </a:xfrm>
          <a:prstGeom prst="rect">
            <a:avLst/>
          </a:prstGeom>
        </p:spPr>
        <p:txBody>
          <a:bodyPr anchor="t"/>
          <a:lstStyle>
            <a:lvl1pPr>
              <a:defRPr>
                <a:solidFill>
                  <a:schemeClr val="accent3"/>
                </a:solidFill>
                <a:latin typeface="Meta Pro" panose="02000503040000020004" pitchFamily="2" charset="0"/>
              </a:defRPr>
            </a:lvl1pPr>
          </a:lstStyle>
          <a:p>
            <a:r>
              <a:rPr lang="de-DE" dirty="0"/>
              <a:t>[Titel]</a:t>
            </a:r>
          </a:p>
        </p:txBody>
      </p:sp>
      <p:sp>
        <p:nvSpPr>
          <p:cNvPr id="11" name="Rectangle 8">
            <a:extLst>
              <a:ext uri="{FF2B5EF4-FFF2-40B4-BE49-F238E27FC236}">
                <a16:creationId xmlns:a16="http://schemas.microsoft.com/office/drawing/2014/main" id="{51B093A4-5F19-4FFB-B798-186992292DC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5292080" y="6677050"/>
            <a:ext cx="758825" cy="162000"/>
          </a:xfrm>
          <a:prstGeom prst="rect">
            <a:avLst/>
          </a:prstGeom>
        </p:spPr>
        <p:txBody>
          <a:bodyPr vert="horz" wrap="none" lIns="91440" tIns="45720" rIns="91440" bIns="45720" rtlCol="0" anchor="ctr"/>
          <a:lstStyle>
            <a:lvl1pPr algn="l">
              <a:defRPr lang="de-DE" sz="900" b="0" smtClean="0">
                <a:solidFill>
                  <a:schemeClr val="bg1"/>
                </a:solidFill>
                <a:latin typeface="Meta Pro" panose="02000503040000020004" pitchFamily="2" charset="0"/>
              </a:defRPr>
            </a:lvl1pPr>
          </a:lstStyle>
          <a:p>
            <a:fld id="{58B5944C-422B-400C-ACEC-079F06A0E4F8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2" name="Rectangle 12">
            <a:extLst>
              <a:ext uri="{FF2B5EF4-FFF2-40B4-BE49-F238E27FC236}">
                <a16:creationId xmlns:a16="http://schemas.microsoft.com/office/drawing/2014/main" id="{DFA6A605-C30B-4AED-8263-13CDFEE4D7C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39792" y="6513414"/>
            <a:ext cx="3240120" cy="3272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>
              <a:defRPr sz="900" b="0">
                <a:solidFill>
                  <a:schemeClr val="bg1"/>
                </a:solidFill>
                <a:latin typeface="Meta Pro" panose="02000503040000020004" pitchFamily="2" charset="0"/>
              </a:defRPr>
            </a:lvl1pPr>
          </a:lstStyle>
          <a:p>
            <a:r>
              <a:rPr lang="de-DE"/>
              <a:t>Titel der Präsentation</a:t>
            </a:r>
            <a:endParaRPr lang="de-DE" dirty="0"/>
          </a:p>
        </p:txBody>
      </p:sp>
      <p:sp>
        <p:nvSpPr>
          <p:cNvPr id="15" name="Datumsplatzhalter 14">
            <a:extLst>
              <a:ext uri="{FF2B5EF4-FFF2-40B4-BE49-F238E27FC236}">
                <a16:creationId xmlns:a16="http://schemas.microsoft.com/office/drawing/2014/main" id="{74140A41-5350-4AC8-B9B8-7D8215F3FD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139952" y="6678642"/>
            <a:ext cx="1152128" cy="162000"/>
          </a:xfrm>
          <a:prstGeom prst="rect">
            <a:avLst/>
          </a:prstGeom>
        </p:spPr>
        <p:txBody>
          <a:bodyPr vert="horz" wrap="none" lIns="91440" tIns="45720" rIns="91440" bIns="45720" rtlCol="0" anchor="ctr"/>
          <a:lstStyle>
            <a:lvl1pPr algn="l">
              <a:defRPr sz="900" b="0">
                <a:solidFill>
                  <a:schemeClr val="bg1"/>
                </a:solidFill>
                <a:latin typeface="Meta Pro" panose="02000503040000020004" pitchFamily="2" charset="0"/>
              </a:defRPr>
            </a:lvl1pPr>
          </a:lstStyle>
          <a:p>
            <a:r>
              <a:rPr lang="de-DE"/>
              <a:t>Datum</a:t>
            </a:r>
            <a:endParaRPr lang="en-GB" dirty="0"/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4BBD9BE8-D80A-40D4-975E-6D9693688652}"/>
              </a:ext>
            </a:extLst>
          </p:cNvPr>
          <p:cNvSpPr txBox="1"/>
          <p:nvPr userDrawn="1"/>
        </p:nvSpPr>
        <p:spPr>
          <a:xfrm>
            <a:off x="4139952" y="6513414"/>
            <a:ext cx="2044149" cy="162000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r>
              <a:rPr lang="de-DE" sz="900" dirty="0">
                <a:solidFill>
                  <a:schemeClr val="bg1"/>
                </a:solidFill>
                <a:latin typeface="Meta Pro" panose="02000503040000020004" pitchFamily="2" charset="0"/>
              </a:rPr>
              <a:t>Verfasser -&gt; im Folienmaster ändern! 🙁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 (vertika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nhaltsplatzhalter 2"/>
          <p:cNvSpPr>
            <a:spLocks noGrp="1"/>
          </p:cNvSpPr>
          <p:nvPr>
            <p:ph idx="11" hasCustomPrompt="1"/>
          </p:nvPr>
        </p:nvSpPr>
        <p:spPr>
          <a:xfrm>
            <a:off x="211138" y="1339314"/>
            <a:ext cx="8753475" cy="23040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buClr>
                <a:schemeClr val="accent3"/>
              </a:buClr>
              <a:buFont typeface="Arial" panose="020B0604020202020204" pitchFamily="34" charset="0"/>
              <a:buChar char="•"/>
              <a:defRPr>
                <a:latin typeface="Meta Pro" panose="02000503040000020004" pitchFamily="2" charset="0"/>
              </a:defRPr>
            </a:lvl1pPr>
            <a:lvl2pPr>
              <a:buClr>
                <a:schemeClr val="accent3"/>
              </a:buClr>
              <a:buFont typeface="Arial" panose="020B0604020202020204" pitchFamily="34" charset="0"/>
              <a:buChar char="•"/>
              <a:defRPr>
                <a:latin typeface="Meta Pro" panose="02000503040000020004" pitchFamily="2" charset="0"/>
              </a:defRPr>
            </a:lvl2pPr>
            <a:lvl3pPr>
              <a:buClr>
                <a:schemeClr val="accent3"/>
              </a:buClr>
              <a:buFont typeface="Arial" panose="020B0604020202020204" pitchFamily="34" charset="0"/>
              <a:buChar char="•"/>
              <a:defRPr>
                <a:latin typeface="Meta Pro" panose="02000503040000020004" pitchFamily="2" charset="0"/>
              </a:defRPr>
            </a:lvl3pPr>
            <a:lvl4pPr>
              <a:buClr>
                <a:schemeClr val="accent3"/>
              </a:buClr>
              <a:buFont typeface="Arial" panose="020B0604020202020204" pitchFamily="34" charset="0"/>
              <a:buChar char="•"/>
              <a:defRPr>
                <a:latin typeface="Meta Pro" panose="02000503040000020004" pitchFamily="2" charset="0"/>
              </a:defRPr>
            </a:lvl4pPr>
            <a:lvl5pPr>
              <a:buClr>
                <a:schemeClr val="accent3"/>
              </a:buClr>
              <a:buFont typeface="Arial" panose="020B0604020202020204" pitchFamily="34" charset="0"/>
              <a:buChar char="•"/>
              <a:defRPr>
                <a:latin typeface="Meta Pro" panose="02000503040000020004" pitchFamily="2" charset="0"/>
              </a:defRPr>
            </a:lvl5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9" name="Inhaltsplatzhalter 2"/>
          <p:cNvSpPr>
            <a:spLocks noGrp="1"/>
          </p:cNvSpPr>
          <p:nvPr>
            <p:ph idx="12" hasCustomPrompt="1"/>
          </p:nvPr>
        </p:nvSpPr>
        <p:spPr>
          <a:xfrm>
            <a:off x="211138" y="3838520"/>
            <a:ext cx="8753475" cy="23040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buClr>
                <a:schemeClr val="accent3"/>
              </a:buClr>
              <a:buFont typeface="Arial" panose="020B0604020202020204" pitchFamily="34" charset="0"/>
              <a:buChar char="•"/>
              <a:defRPr>
                <a:latin typeface="Meta Pro" panose="02000503040000020004" pitchFamily="2" charset="0"/>
              </a:defRPr>
            </a:lvl1pPr>
            <a:lvl2pPr>
              <a:buClr>
                <a:schemeClr val="accent3"/>
              </a:buClr>
              <a:buFont typeface="Arial" panose="020B0604020202020204" pitchFamily="34" charset="0"/>
              <a:buChar char="•"/>
              <a:defRPr>
                <a:latin typeface="Meta Pro" panose="02000503040000020004" pitchFamily="2" charset="0"/>
              </a:defRPr>
            </a:lvl2pPr>
            <a:lvl3pPr>
              <a:buClr>
                <a:schemeClr val="accent3"/>
              </a:buClr>
              <a:buFont typeface="Arial" panose="020B0604020202020204" pitchFamily="34" charset="0"/>
              <a:buChar char="•"/>
              <a:defRPr>
                <a:latin typeface="Meta Pro" panose="02000503040000020004" pitchFamily="2" charset="0"/>
              </a:defRPr>
            </a:lvl3pPr>
            <a:lvl4pPr>
              <a:buClr>
                <a:schemeClr val="accent3"/>
              </a:buClr>
              <a:buFont typeface="Arial" panose="020B0604020202020204" pitchFamily="34" charset="0"/>
              <a:buChar char="•"/>
              <a:defRPr>
                <a:latin typeface="Meta Pro" panose="02000503040000020004" pitchFamily="2" charset="0"/>
              </a:defRPr>
            </a:lvl4pPr>
            <a:lvl5pPr>
              <a:buClr>
                <a:schemeClr val="accent3"/>
              </a:buClr>
              <a:buFont typeface="Arial" panose="020B0604020202020204" pitchFamily="34" charset="0"/>
              <a:buChar char="•"/>
              <a:defRPr>
                <a:latin typeface="Meta Pro" panose="02000503040000020004" pitchFamily="2" charset="0"/>
              </a:defRPr>
            </a:lvl5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386BC4C1-6B88-4F52-832B-BEB8D6B8B5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1139" y="153988"/>
            <a:ext cx="6377086" cy="826740"/>
          </a:xfrm>
          <a:prstGeom prst="rect">
            <a:avLst/>
          </a:prstGeom>
        </p:spPr>
        <p:txBody>
          <a:bodyPr anchor="t"/>
          <a:lstStyle>
            <a:lvl1pPr>
              <a:defRPr>
                <a:solidFill>
                  <a:schemeClr val="accent3"/>
                </a:solidFill>
                <a:latin typeface="Meta Pro" panose="02000503040000020004" pitchFamily="2" charset="0"/>
              </a:defRPr>
            </a:lvl1pPr>
          </a:lstStyle>
          <a:p>
            <a:r>
              <a:rPr lang="de-DE" dirty="0"/>
              <a:t>[Titel]</a:t>
            </a:r>
          </a:p>
        </p:txBody>
      </p:sp>
      <p:sp>
        <p:nvSpPr>
          <p:cNvPr id="11" name="Rectangle 8">
            <a:extLst>
              <a:ext uri="{FF2B5EF4-FFF2-40B4-BE49-F238E27FC236}">
                <a16:creationId xmlns:a16="http://schemas.microsoft.com/office/drawing/2014/main" id="{922ECCEE-D999-4C57-B42D-65448A14AD3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5292080" y="6677050"/>
            <a:ext cx="758825" cy="162000"/>
          </a:xfrm>
          <a:prstGeom prst="rect">
            <a:avLst/>
          </a:prstGeom>
        </p:spPr>
        <p:txBody>
          <a:bodyPr vert="horz" wrap="none" lIns="91440" tIns="45720" rIns="91440" bIns="45720" rtlCol="0" anchor="ctr"/>
          <a:lstStyle>
            <a:lvl1pPr algn="l">
              <a:defRPr lang="de-DE" sz="900" b="0" smtClean="0">
                <a:solidFill>
                  <a:schemeClr val="bg1"/>
                </a:solidFill>
                <a:latin typeface="Meta Pro" panose="02000503040000020004" pitchFamily="2" charset="0"/>
              </a:defRPr>
            </a:lvl1pPr>
          </a:lstStyle>
          <a:p>
            <a:fld id="{58B5944C-422B-400C-ACEC-079F06A0E4F8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46E75B6-BF7A-488F-8E48-1843B75EECA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39792" y="6513414"/>
            <a:ext cx="3240120" cy="3272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>
              <a:defRPr sz="900" b="0">
                <a:solidFill>
                  <a:schemeClr val="bg1"/>
                </a:solidFill>
                <a:latin typeface="Meta Pro" panose="02000503040000020004" pitchFamily="2" charset="0"/>
              </a:defRPr>
            </a:lvl1pPr>
          </a:lstStyle>
          <a:p>
            <a:r>
              <a:rPr lang="de-DE"/>
              <a:t>Titel der Präsentation</a:t>
            </a:r>
            <a:endParaRPr lang="de-DE" dirty="0"/>
          </a:p>
        </p:txBody>
      </p:sp>
      <p:sp>
        <p:nvSpPr>
          <p:cNvPr id="15" name="Datumsplatzhalter 14">
            <a:extLst>
              <a:ext uri="{FF2B5EF4-FFF2-40B4-BE49-F238E27FC236}">
                <a16:creationId xmlns:a16="http://schemas.microsoft.com/office/drawing/2014/main" id="{E5EC8DD7-4500-4DC5-B25F-75B4C36F16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139952" y="6678642"/>
            <a:ext cx="1152128" cy="162000"/>
          </a:xfrm>
          <a:prstGeom prst="rect">
            <a:avLst/>
          </a:prstGeom>
        </p:spPr>
        <p:txBody>
          <a:bodyPr vert="horz" wrap="none" lIns="91440" tIns="45720" rIns="91440" bIns="45720" rtlCol="0" anchor="ctr"/>
          <a:lstStyle>
            <a:lvl1pPr algn="l">
              <a:defRPr sz="900" b="0">
                <a:solidFill>
                  <a:schemeClr val="bg1"/>
                </a:solidFill>
                <a:latin typeface="Meta Pro" panose="02000503040000020004" pitchFamily="2" charset="0"/>
              </a:defRPr>
            </a:lvl1pPr>
          </a:lstStyle>
          <a:p>
            <a:r>
              <a:rPr lang="de-DE"/>
              <a:t>Datum</a:t>
            </a:r>
            <a:endParaRPr lang="en-GB" dirty="0"/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C4C4BD9D-D2B4-4988-9BA6-4361DFFE4A42}"/>
              </a:ext>
            </a:extLst>
          </p:cNvPr>
          <p:cNvSpPr txBox="1"/>
          <p:nvPr userDrawn="1"/>
        </p:nvSpPr>
        <p:spPr>
          <a:xfrm>
            <a:off x="4139952" y="6513414"/>
            <a:ext cx="2044149" cy="162000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r>
              <a:rPr lang="de-DE" sz="900" dirty="0">
                <a:solidFill>
                  <a:schemeClr val="bg1"/>
                </a:solidFill>
                <a:latin typeface="Meta Pro" panose="02000503040000020004" pitchFamily="2" charset="0"/>
              </a:rPr>
              <a:t>Verfasser -&gt; im Folienmaster ändern! 🙁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1">
            <a:extLst>
              <a:ext uri="{FF2B5EF4-FFF2-40B4-BE49-F238E27FC236}">
                <a16:creationId xmlns:a16="http://schemas.microsoft.com/office/drawing/2014/main" id="{B8589873-926C-4CC5-9679-BA82681593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1139" y="153988"/>
            <a:ext cx="6377086" cy="826740"/>
          </a:xfrm>
          <a:prstGeom prst="rect">
            <a:avLst/>
          </a:prstGeom>
        </p:spPr>
        <p:txBody>
          <a:bodyPr anchor="t"/>
          <a:lstStyle>
            <a:lvl1pPr>
              <a:defRPr>
                <a:solidFill>
                  <a:schemeClr val="accent3"/>
                </a:solidFill>
                <a:latin typeface="Meta Pro" panose="02000503040000020004" pitchFamily="2" charset="0"/>
              </a:defRPr>
            </a:lvl1pPr>
          </a:lstStyle>
          <a:p>
            <a:r>
              <a:rPr lang="de-DE" dirty="0"/>
              <a:t>[Titel]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E6816AF-8067-497E-9B82-D2981A51493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5292080" y="6677050"/>
            <a:ext cx="758825" cy="162000"/>
          </a:xfrm>
          <a:prstGeom prst="rect">
            <a:avLst/>
          </a:prstGeom>
        </p:spPr>
        <p:txBody>
          <a:bodyPr vert="horz" wrap="none" lIns="91440" tIns="45720" rIns="91440" bIns="45720" rtlCol="0" anchor="ctr"/>
          <a:lstStyle>
            <a:lvl1pPr algn="l">
              <a:defRPr lang="de-DE" sz="900" b="0" smtClean="0">
                <a:solidFill>
                  <a:schemeClr val="bg1"/>
                </a:solidFill>
                <a:latin typeface="Meta Pro" panose="02000503040000020004" pitchFamily="2" charset="0"/>
              </a:defRPr>
            </a:lvl1pPr>
          </a:lstStyle>
          <a:p>
            <a:fld id="{58B5944C-422B-400C-ACEC-079F06A0E4F8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0" name="Rectangle 12">
            <a:extLst>
              <a:ext uri="{FF2B5EF4-FFF2-40B4-BE49-F238E27FC236}">
                <a16:creationId xmlns:a16="http://schemas.microsoft.com/office/drawing/2014/main" id="{2FFF2600-C848-4094-916A-AC8B3E0FEE8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39792" y="6513414"/>
            <a:ext cx="3240120" cy="3272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>
              <a:defRPr sz="900" b="0">
                <a:solidFill>
                  <a:schemeClr val="bg1"/>
                </a:solidFill>
                <a:latin typeface="Meta Pro" panose="02000503040000020004" pitchFamily="2" charset="0"/>
              </a:defRPr>
            </a:lvl1pPr>
          </a:lstStyle>
          <a:p>
            <a:r>
              <a:rPr lang="de-DE"/>
              <a:t>Titel der Präsentation</a:t>
            </a:r>
            <a:endParaRPr lang="de-DE" dirty="0"/>
          </a:p>
        </p:txBody>
      </p:sp>
      <p:sp>
        <p:nvSpPr>
          <p:cNvPr id="12" name="Datumsplatzhalter 14">
            <a:extLst>
              <a:ext uri="{FF2B5EF4-FFF2-40B4-BE49-F238E27FC236}">
                <a16:creationId xmlns:a16="http://schemas.microsoft.com/office/drawing/2014/main" id="{E8EF97A1-A035-460A-874C-0A516AED25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139952" y="6678642"/>
            <a:ext cx="1152128" cy="162000"/>
          </a:xfrm>
          <a:prstGeom prst="rect">
            <a:avLst/>
          </a:prstGeom>
        </p:spPr>
        <p:txBody>
          <a:bodyPr vert="horz" wrap="none" lIns="91440" tIns="45720" rIns="91440" bIns="45720" rtlCol="0" anchor="ctr"/>
          <a:lstStyle>
            <a:lvl1pPr algn="l">
              <a:defRPr sz="900" b="0">
                <a:solidFill>
                  <a:schemeClr val="bg1"/>
                </a:solidFill>
                <a:latin typeface="Meta Pro" panose="02000503040000020004" pitchFamily="2" charset="0"/>
              </a:defRPr>
            </a:lvl1pPr>
          </a:lstStyle>
          <a:p>
            <a:r>
              <a:rPr lang="de-DE"/>
              <a:t>Datum</a:t>
            </a:r>
            <a:endParaRPr lang="en-GB" dirty="0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1CBC7062-F029-447F-A8A4-28F5563BADB8}"/>
              </a:ext>
            </a:extLst>
          </p:cNvPr>
          <p:cNvSpPr txBox="1"/>
          <p:nvPr userDrawn="1"/>
        </p:nvSpPr>
        <p:spPr>
          <a:xfrm>
            <a:off x="4139952" y="6513414"/>
            <a:ext cx="2044149" cy="162000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r>
              <a:rPr lang="de-DE" sz="900" dirty="0">
                <a:solidFill>
                  <a:schemeClr val="bg1"/>
                </a:solidFill>
                <a:latin typeface="Meta Pro" panose="02000503040000020004" pitchFamily="2" charset="0"/>
              </a:rPr>
              <a:t>Verfasser -&gt; im Folienmaster ändern! 🙁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bschnitts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 userDrawn="1"/>
        </p:nvSpPr>
        <p:spPr>
          <a:xfrm>
            <a:off x="2143108" y="4057877"/>
            <a:ext cx="7000860" cy="1339617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MetaNormalLF-Roman"/>
            </a:endParaRPr>
          </a:p>
        </p:txBody>
      </p:sp>
      <p:sp>
        <p:nvSpPr>
          <p:cNvPr id="27" name="Textplatzhalter 26"/>
          <p:cNvSpPr>
            <a:spLocks noGrp="1"/>
          </p:cNvSpPr>
          <p:nvPr>
            <p:ph type="body" sz="quarter" idx="15" hasCustomPrompt="1"/>
          </p:nvPr>
        </p:nvSpPr>
        <p:spPr>
          <a:xfrm>
            <a:off x="2143108" y="3310091"/>
            <a:ext cx="7000924" cy="741363"/>
          </a:xfrm>
          <a:prstGeom prst="rect">
            <a:avLst/>
          </a:prstGeom>
          <a:noFill/>
        </p:spPr>
        <p:txBody>
          <a:bodyPr lIns="180000" rIns="180000" anchor="b" anchorCtr="0"/>
          <a:lstStyle>
            <a:lvl1pPr algn="r">
              <a:spcBef>
                <a:spcPts val="0"/>
              </a:spcBef>
              <a:buNone/>
              <a:defRPr>
                <a:solidFill>
                  <a:schemeClr val="accent3"/>
                </a:solidFill>
                <a:latin typeface="Meta Pro" panose="02000503040000020004" pitchFamily="2" charset="0"/>
              </a:defRPr>
            </a:lvl1pPr>
          </a:lstStyle>
          <a:p>
            <a:pPr lvl="0"/>
            <a:r>
              <a:rPr lang="de-DE" dirty="0"/>
              <a:t>[Abschnittsuntertitel]</a:t>
            </a:r>
            <a:endParaRPr lang="en-US" dirty="0"/>
          </a:p>
        </p:txBody>
      </p:sp>
      <p:sp>
        <p:nvSpPr>
          <p:cNvPr id="229393" name="Rectangle 17"/>
          <p:cNvSpPr>
            <a:spLocks noGrp="1" noChangeArrowheads="1"/>
          </p:cNvSpPr>
          <p:nvPr>
            <p:ph type="ctrTitle" sz="quarter" hasCustomPrompt="1"/>
          </p:nvPr>
        </p:nvSpPr>
        <p:spPr>
          <a:xfrm>
            <a:off x="-32" y="4057878"/>
            <a:ext cx="9144064" cy="133961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none"/>
        </p:style>
        <p:txBody>
          <a:bodyPr wrap="square" lIns="180000" rIns="180000" anchor="ctr"/>
          <a:lstStyle>
            <a:lvl1pPr algn="r">
              <a:defRPr sz="2800">
                <a:solidFill>
                  <a:schemeClr val="bg1"/>
                </a:solidFill>
                <a:latin typeface="Meta Pro" panose="02000503040000020004" pitchFamily="2" charset="0"/>
              </a:defRPr>
            </a:lvl1pPr>
          </a:lstStyle>
          <a:p>
            <a:r>
              <a:rPr lang="de-DE" dirty="0"/>
              <a:t>[Abschnittstitel]</a:t>
            </a:r>
          </a:p>
        </p:txBody>
      </p:sp>
      <p:sp>
        <p:nvSpPr>
          <p:cNvPr id="8" name="Rectangle 8">
            <a:extLst>
              <a:ext uri="{FF2B5EF4-FFF2-40B4-BE49-F238E27FC236}">
                <a16:creationId xmlns:a16="http://schemas.microsoft.com/office/drawing/2014/main" id="{839EAC0B-E182-48A1-A4F4-0D4D581C0EB7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5292080" y="6677050"/>
            <a:ext cx="758825" cy="162000"/>
          </a:xfrm>
          <a:prstGeom prst="rect">
            <a:avLst/>
          </a:prstGeom>
        </p:spPr>
        <p:txBody>
          <a:bodyPr vert="horz" wrap="none" lIns="91440" tIns="45720" rIns="91440" bIns="45720" rtlCol="0" anchor="ctr"/>
          <a:lstStyle>
            <a:lvl1pPr algn="l">
              <a:defRPr lang="de-DE" sz="900" b="0" smtClean="0">
                <a:solidFill>
                  <a:schemeClr val="bg1"/>
                </a:solidFill>
                <a:latin typeface="Meta Pro" panose="02000503040000020004" pitchFamily="2" charset="0"/>
              </a:defRPr>
            </a:lvl1pPr>
          </a:lstStyle>
          <a:p>
            <a:fld id="{58B5944C-422B-400C-ACEC-079F06A0E4F8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9" name="Rectangle 12">
            <a:extLst>
              <a:ext uri="{FF2B5EF4-FFF2-40B4-BE49-F238E27FC236}">
                <a16:creationId xmlns:a16="http://schemas.microsoft.com/office/drawing/2014/main" id="{E1CCA1AB-46DA-464A-B1F0-7D9A013FF67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39792" y="6513414"/>
            <a:ext cx="3240120" cy="3272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>
              <a:defRPr sz="900" b="0">
                <a:solidFill>
                  <a:schemeClr val="bg1"/>
                </a:solidFill>
                <a:latin typeface="Meta Pro" panose="02000503040000020004" pitchFamily="2" charset="0"/>
              </a:defRPr>
            </a:lvl1pPr>
          </a:lstStyle>
          <a:p>
            <a:r>
              <a:rPr lang="de-DE"/>
              <a:t>Big Data, Cloud &amp; NoSQL</a:t>
            </a:r>
            <a:endParaRPr lang="de-DE" dirty="0"/>
          </a:p>
        </p:txBody>
      </p:sp>
      <p:sp>
        <p:nvSpPr>
          <p:cNvPr id="10" name="Datumsplatzhalter 14">
            <a:extLst>
              <a:ext uri="{FF2B5EF4-FFF2-40B4-BE49-F238E27FC236}">
                <a16:creationId xmlns:a16="http://schemas.microsoft.com/office/drawing/2014/main" id="{601CA8C5-7A81-416D-9D29-B8C463BA26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139952" y="6678642"/>
            <a:ext cx="1152128" cy="162000"/>
          </a:xfrm>
          <a:prstGeom prst="rect">
            <a:avLst/>
          </a:prstGeom>
        </p:spPr>
        <p:txBody>
          <a:bodyPr vert="horz" wrap="none" lIns="91440" tIns="45720" rIns="91440" bIns="45720" rtlCol="0" anchor="ctr"/>
          <a:lstStyle>
            <a:lvl1pPr algn="l">
              <a:defRPr sz="900" b="0">
                <a:solidFill>
                  <a:schemeClr val="bg1"/>
                </a:solidFill>
                <a:latin typeface="Meta Pro" panose="02000503040000020004" pitchFamily="2" charset="0"/>
              </a:defRPr>
            </a:lvl1pPr>
          </a:lstStyle>
          <a:p>
            <a:r>
              <a:rPr lang="de-DE"/>
              <a:t>SS 2021</a:t>
            </a:r>
            <a:endParaRPr lang="en-GB" dirty="0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A757481C-455C-4996-BE95-26827917FF1C}"/>
              </a:ext>
            </a:extLst>
          </p:cNvPr>
          <p:cNvSpPr txBox="1"/>
          <p:nvPr userDrawn="1"/>
        </p:nvSpPr>
        <p:spPr>
          <a:xfrm>
            <a:off x="4139952" y="6513414"/>
            <a:ext cx="2044149" cy="162000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r>
              <a:rPr lang="de-DE" sz="900" dirty="0">
                <a:solidFill>
                  <a:schemeClr val="bg1"/>
                </a:solidFill>
                <a:latin typeface="Meta Pro" panose="02000503040000020004" pitchFamily="2" charset="0"/>
              </a:rPr>
              <a:t>Team Rot</a:t>
            </a:r>
          </a:p>
        </p:txBody>
      </p:sp>
    </p:spTree>
    <p:extLst>
      <p:ext uri="{BB962C8B-B14F-4D97-AF65-F5344CB8AC3E}">
        <p14:creationId xmlns:p14="http://schemas.microsoft.com/office/powerpoint/2010/main" val="6239891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11" descr="Folgeseitensegment trans">
            <a:extLst>
              <a:ext uri="{FF2B5EF4-FFF2-40B4-BE49-F238E27FC236}">
                <a16:creationId xmlns:a16="http://schemas.microsoft.com/office/drawing/2014/main" id="{A3D73253-7255-47FB-910A-1C8AB348A05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/>
          <a:srcRect t="4787" r="4997"/>
          <a:stretch>
            <a:fillRect/>
          </a:stretch>
        </p:blipFill>
        <p:spPr bwMode="auto">
          <a:xfrm>
            <a:off x="6762599" y="0"/>
            <a:ext cx="2381401" cy="14948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Grafik 7" descr="Logo_OTH-D-Subl.png">
            <a:extLst>
              <a:ext uri="{FF2B5EF4-FFF2-40B4-BE49-F238E27FC236}">
                <a16:creationId xmlns:a16="http://schemas.microsoft.com/office/drawing/2014/main" id="{4FA3B749-79D4-4025-9930-8A945FE894AF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print"/>
          <a:stretch>
            <a:fillRect/>
          </a:stretch>
        </p:blipFill>
        <p:spPr>
          <a:xfrm>
            <a:off x="7649851" y="357188"/>
            <a:ext cx="1133637" cy="572417"/>
          </a:xfrm>
          <a:prstGeom prst="rect">
            <a:avLst/>
          </a:prstGeom>
        </p:spPr>
      </p:pic>
      <p:sp>
        <p:nvSpPr>
          <p:cNvPr id="9" name="Rectangle 4">
            <a:extLst>
              <a:ext uri="{FF2B5EF4-FFF2-40B4-BE49-F238E27FC236}">
                <a16:creationId xmlns:a16="http://schemas.microsoft.com/office/drawing/2014/main" id="{4834847A-A5B7-4C75-BD79-3F1776EA0D9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6488113"/>
            <a:ext cx="9144000" cy="369887"/>
          </a:xfrm>
          <a:prstGeom prst="rect">
            <a:avLst/>
          </a:prstGeom>
          <a:solidFill>
            <a:srgbClr val="B0A79D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de-DE" dirty="0">
              <a:latin typeface="MetaNormalLF-Roman" panose="020B05020300000200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30" r:id="rId2"/>
    <p:sldLayoutId id="2147483733" r:id="rId3"/>
    <p:sldLayoutId id="2147483737" r:id="rId4"/>
    <p:sldLayoutId id="2147483738" r:id="rId5"/>
    <p:sldLayoutId id="2147483744" r:id="rId6"/>
    <p:sldLayoutId id="2147483746" r:id="rId7"/>
    <p:sldLayoutId id="2147483770" r:id="rId8"/>
  </p:sldLayoutIdLst>
  <p:hf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Helvetica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  <a:cs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  <a:cs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  <a:cs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  <a:cs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  <a:cs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6399AB"/>
        </a:buClr>
        <a:buFont typeface="Arial" charset="0"/>
        <a:buChar char="■"/>
        <a:defRPr sz="20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+mn-lt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+mn-lt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+mn-lt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+mn-lt"/>
          <a:cs typeface="+mn-cs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+mn-lt"/>
          <a:cs typeface="+mn-cs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+mn-lt"/>
          <a:cs typeface="+mn-cs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+mn-lt"/>
          <a:cs typeface="+mn-cs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81A9D2C1-A317-4528-98F6-5859BAE6189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 err="1"/>
              <a:t>A.Chernysheva</a:t>
            </a:r>
            <a:r>
              <a:rPr lang="de-DE" dirty="0"/>
              <a:t>, </a:t>
            </a:r>
            <a:r>
              <a:rPr lang="de-DE" dirty="0" err="1"/>
              <a:t>J.Götz</a:t>
            </a:r>
            <a:r>
              <a:rPr lang="de-DE" dirty="0"/>
              <a:t>, </a:t>
            </a:r>
            <a:r>
              <a:rPr lang="de-DE" dirty="0" err="1"/>
              <a:t>A.Imeraj</a:t>
            </a:r>
            <a:r>
              <a:rPr lang="de-DE" dirty="0"/>
              <a:t>, </a:t>
            </a:r>
            <a:r>
              <a:rPr lang="de-DE" dirty="0" err="1"/>
              <a:t>P.Korinth</a:t>
            </a:r>
            <a:r>
              <a:rPr lang="de-DE" dirty="0"/>
              <a:t>, </a:t>
            </a:r>
            <a:r>
              <a:rPr lang="de-DE" dirty="0" err="1"/>
              <a:t>P.Stangl</a:t>
            </a:r>
            <a:endParaRPr lang="de-DE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6D39A90-A052-4092-927A-8737DF1E255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 dirty="0"/>
              <a:t>Team Rot</a:t>
            </a:r>
          </a:p>
        </p:txBody>
      </p:sp>
      <p:sp>
        <p:nvSpPr>
          <p:cNvPr id="3074" name="Rectangle 24"/>
          <p:cNvSpPr>
            <a:spLocks noGrp="1" noChangeArrowheads="1"/>
          </p:cNvSpPr>
          <p:nvPr>
            <p:ph type="ctrTitle" sz="quarter"/>
          </p:nvPr>
        </p:nvSpPr>
        <p:spPr/>
        <p:txBody>
          <a:bodyPr/>
          <a:lstStyle/>
          <a:p>
            <a:pPr defTabSz="912813" eaLnBrk="1" hangingPunct="1"/>
            <a:r>
              <a:rPr lang="pt-BR" dirty="0">
                <a:latin typeface="Meta Pro" panose="02000503040000020004" pitchFamily="2" charset="0"/>
              </a:rPr>
              <a:t>SGDb: Semantic Video Game Database</a:t>
            </a:r>
            <a:endParaRPr lang="de-DE" dirty="0">
              <a:latin typeface="Meta Pro" panose="02000503040000020004" pitchFamily="2" charset="0"/>
            </a:endParaRP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60E6612-F8A4-4B07-9092-2C154233DFD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 dirty="0"/>
              <a:t>17.01.2023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877D6AC-9893-46CD-8361-8EC82A174C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l"/>
            <a:fld id="{58B5944C-422B-400C-ACEC-079F06A0E4F8}" type="slidenum">
              <a:rPr lang="de-DE" smtClean="0">
                <a:latin typeface="Meta Pro" panose="02000503040000020004" pitchFamily="2" charset="0"/>
              </a:rPr>
              <a:pPr algn="l"/>
              <a:t>1</a:t>
            </a:fld>
            <a:endParaRPr lang="de-DE" dirty="0">
              <a:latin typeface="Meta Pro" panose="02000503040000020004" pitchFamily="2" charset="0"/>
            </a:endParaRPr>
          </a:p>
        </p:txBody>
      </p:sp>
      <p:sp>
        <p:nvSpPr>
          <p:cNvPr id="8" name="Datumsplatzhalter 4">
            <a:extLst>
              <a:ext uri="{FF2B5EF4-FFF2-40B4-BE49-F238E27FC236}">
                <a16:creationId xmlns:a16="http://schemas.microsoft.com/office/drawing/2014/main" id="{C545DAE2-323C-0C5E-1592-46458B3B62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139952" y="6678642"/>
            <a:ext cx="1152128" cy="162000"/>
          </a:xfrm>
        </p:spPr>
        <p:txBody>
          <a:bodyPr/>
          <a:lstStyle/>
          <a:p>
            <a:r>
              <a:rPr lang="de-DE" dirty="0"/>
              <a:t>17.01.2023</a:t>
            </a:r>
            <a:endParaRPr lang="de-DE" dirty="0">
              <a:solidFill>
                <a:schemeClr val="bg1"/>
              </a:solidFill>
              <a:latin typeface="Meta Pro" panose="02000503040000020004" pitchFamily="2" charset="0"/>
            </a:endParaRPr>
          </a:p>
        </p:txBody>
      </p:sp>
      <p:sp>
        <p:nvSpPr>
          <p:cNvPr id="9" name="Fußzeilenplatzhalter 5">
            <a:extLst>
              <a:ext uri="{FF2B5EF4-FFF2-40B4-BE49-F238E27FC236}">
                <a16:creationId xmlns:a16="http://schemas.microsoft.com/office/drawing/2014/main" id="{BC8DE0EB-E853-4B64-6406-ADA2B9145B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39792" y="6513414"/>
            <a:ext cx="3240120" cy="327273"/>
          </a:xfrm>
        </p:spPr>
        <p:txBody>
          <a:bodyPr/>
          <a:lstStyle/>
          <a:p>
            <a:r>
              <a:rPr lang="de-DE" dirty="0" err="1">
                <a:solidFill>
                  <a:schemeClr val="bg1"/>
                </a:solidFill>
                <a:latin typeface="Meta Pro" panose="02000503040000020004" pitchFamily="2" charset="0"/>
              </a:rPr>
              <a:t>SGDb</a:t>
            </a:r>
            <a:endParaRPr lang="de-DE" dirty="0">
              <a:solidFill>
                <a:schemeClr val="bg1"/>
              </a:solidFill>
              <a:latin typeface="Meta Pro" panose="02000503040000020004" pitchFamily="2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2"/>
          <p:cNvSpPr>
            <a:spLocks noGrp="1" noChangeArrowheads="1"/>
          </p:cNvSpPr>
          <p:nvPr>
            <p:ph type="title"/>
          </p:nvPr>
        </p:nvSpPr>
        <p:spPr>
          <a:xfrm>
            <a:off x="211139" y="153988"/>
            <a:ext cx="6377086" cy="826740"/>
          </a:xfrm>
        </p:spPr>
        <p:txBody>
          <a:bodyPr/>
          <a:lstStyle/>
          <a:p>
            <a:r>
              <a:rPr lang="de-DE" dirty="0">
                <a:latin typeface="Meta Pro" panose="02000503040000020004" pitchFamily="2" charset="0"/>
              </a:rPr>
              <a:t>Motivation</a:t>
            </a:r>
          </a:p>
        </p:txBody>
      </p:sp>
      <p:sp>
        <p:nvSpPr>
          <p:cNvPr id="9" name="Foliennummernplatzhalter 6">
            <a:extLst>
              <a:ext uri="{FF2B5EF4-FFF2-40B4-BE49-F238E27FC236}">
                <a16:creationId xmlns:a16="http://schemas.microsoft.com/office/drawing/2014/main" id="{7B6E31DF-AE08-74A6-3007-0BDCC98ACF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292080" y="6677050"/>
            <a:ext cx="758825" cy="162000"/>
          </a:xfrm>
        </p:spPr>
        <p:txBody>
          <a:bodyPr/>
          <a:lstStyle/>
          <a:p>
            <a:pPr algn="l"/>
            <a:fld id="{58B5944C-422B-400C-ACEC-079F06A0E4F8}" type="slidenum">
              <a:rPr lang="de-DE" smtClean="0">
                <a:latin typeface="Meta Pro" panose="02000503040000020004" pitchFamily="2" charset="0"/>
              </a:rPr>
              <a:pPr algn="l"/>
              <a:t>2</a:t>
            </a:fld>
            <a:endParaRPr lang="de-DE" dirty="0">
              <a:latin typeface="Meta Pro" panose="02000503040000020004" pitchFamily="2" charset="0"/>
            </a:endParaRPr>
          </a:p>
        </p:txBody>
      </p:sp>
      <p:sp>
        <p:nvSpPr>
          <p:cNvPr id="11" name="Inhaltsplatzhalter 10">
            <a:extLst>
              <a:ext uri="{FF2B5EF4-FFF2-40B4-BE49-F238E27FC236}">
                <a16:creationId xmlns:a16="http://schemas.microsoft.com/office/drawing/2014/main" id="{1EEB610F-2439-6B3C-9CD5-F557A35F521E}"/>
              </a:ext>
            </a:extLst>
          </p:cNvPr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r>
              <a:rPr lang="de-DE" dirty="0"/>
              <a:t>Suche nach dem passendem Spiel</a:t>
            </a:r>
          </a:p>
          <a:p>
            <a:r>
              <a:rPr lang="de-DE" dirty="0"/>
              <a:t>Intuitive Bedienung</a:t>
            </a:r>
          </a:p>
          <a:p>
            <a:r>
              <a:rPr lang="de-DE" dirty="0"/>
              <a:t>Auswahl aller Genres</a:t>
            </a:r>
          </a:p>
          <a:p>
            <a:r>
              <a:rPr lang="de-DE" dirty="0"/>
              <a:t>Plattformunabhängige Spielauswahl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</p:txBody>
      </p:sp>
      <p:sp>
        <p:nvSpPr>
          <p:cNvPr id="2" name="Datumsplatzhalter 4">
            <a:extLst>
              <a:ext uri="{FF2B5EF4-FFF2-40B4-BE49-F238E27FC236}">
                <a16:creationId xmlns:a16="http://schemas.microsoft.com/office/drawing/2014/main" id="{D362F0B8-19EB-4745-5B69-17DC64FE33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139952" y="6678642"/>
            <a:ext cx="1152128" cy="162000"/>
          </a:xfrm>
        </p:spPr>
        <p:txBody>
          <a:bodyPr/>
          <a:lstStyle/>
          <a:p>
            <a:r>
              <a:rPr lang="de-DE" dirty="0"/>
              <a:t>17.01.2023</a:t>
            </a:r>
            <a:endParaRPr lang="de-DE" dirty="0">
              <a:solidFill>
                <a:schemeClr val="bg1"/>
              </a:solidFill>
              <a:latin typeface="Meta Pro" panose="02000503040000020004" pitchFamily="2" charset="0"/>
            </a:endParaRPr>
          </a:p>
        </p:txBody>
      </p:sp>
      <p:sp>
        <p:nvSpPr>
          <p:cNvPr id="3" name="Fußzeilenplatzhalter 5">
            <a:extLst>
              <a:ext uri="{FF2B5EF4-FFF2-40B4-BE49-F238E27FC236}">
                <a16:creationId xmlns:a16="http://schemas.microsoft.com/office/drawing/2014/main" id="{12EF73EB-25CB-0455-1B8B-7E338044DA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39792" y="6513414"/>
            <a:ext cx="3240120" cy="327273"/>
          </a:xfrm>
        </p:spPr>
        <p:txBody>
          <a:bodyPr/>
          <a:lstStyle/>
          <a:p>
            <a:r>
              <a:rPr lang="de-DE" dirty="0" err="1">
                <a:solidFill>
                  <a:schemeClr val="bg1"/>
                </a:solidFill>
                <a:latin typeface="Meta Pro" panose="02000503040000020004" pitchFamily="2" charset="0"/>
              </a:rPr>
              <a:t>SGDb</a:t>
            </a:r>
            <a:endParaRPr lang="de-DE" dirty="0">
              <a:solidFill>
                <a:schemeClr val="bg1"/>
              </a:solidFill>
              <a:latin typeface="Meta Pro" panose="02000503040000020004" pitchFamily="2" charset="0"/>
            </a:endParaRPr>
          </a:p>
        </p:txBody>
      </p: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31517B05-0FB3-3DB6-5838-ED23AB16416D}"/>
              </a:ext>
            </a:extLst>
          </p:cNvPr>
          <p:cNvGrpSpPr/>
          <p:nvPr/>
        </p:nvGrpSpPr>
        <p:grpSpPr>
          <a:xfrm>
            <a:off x="5769832" y="3429000"/>
            <a:ext cx="2155529" cy="2423571"/>
            <a:chOff x="5769832" y="3254564"/>
            <a:chExt cx="2155529" cy="2423571"/>
          </a:xfrm>
        </p:grpSpPr>
        <p:pic>
          <p:nvPicPr>
            <p:cNvPr id="5" name="Grafik 4">
              <a:extLst>
                <a:ext uri="{FF2B5EF4-FFF2-40B4-BE49-F238E27FC236}">
                  <a16:creationId xmlns:a16="http://schemas.microsoft.com/office/drawing/2014/main" id="{BD604F85-BF4D-F92F-221D-FAF7872AFF1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95988" y="3254564"/>
              <a:ext cx="2029373" cy="2029373"/>
            </a:xfrm>
            <a:prstGeom prst="rect">
              <a:avLst/>
            </a:prstGeom>
          </p:spPr>
        </p:pic>
        <p:sp>
          <p:nvSpPr>
            <p:cNvPr id="6" name="Textfeld 5">
              <a:extLst>
                <a:ext uri="{FF2B5EF4-FFF2-40B4-BE49-F238E27FC236}">
                  <a16:creationId xmlns:a16="http://schemas.microsoft.com/office/drawing/2014/main" id="{D1A5430E-9022-7839-7B11-A951432659A5}"/>
                </a:ext>
              </a:extLst>
            </p:cNvPr>
            <p:cNvSpPr txBox="1"/>
            <p:nvPr/>
          </p:nvSpPr>
          <p:spPr>
            <a:xfrm>
              <a:off x="5769832" y="5308803"/>
              <a:ext cx="202937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" dirty="0">
                  <a:solidFill>
                    <a:schemeClr val="bg1">
                      <a:lumMod val="75000"/>
                    </a:schemeClr>
                  </a:solidFill>
                </a:rPr>
                <a:t>&lt;a </a:t>
              </a:r>
              <a:r>
                <a:rPr lang="en-US" sz="600" dirty="0" err="1">
                  <a:solidFill>
                    <a:schemeClr val="bg1">
                      <a:lumMod val="75000"/>
                    </a:schemeClr>
                  </a:solidFill>
                </a:rPr>
                <a:t>href</a:t>
              </a:r>
              <a:r>
                <a:rPr lang="en-US" sz="600" dirty="0">
                  <a:solidFill>
                    <a:schemeClr val="bg1">
                      <a:lumMod val="75000"/>
                    </a:schemeClr>
                  </a:solidFill>
                </a:rPr>
                <a:t>="https://www.flaticon.com/free-icons/game-development" title="game-development icons"&gt;Game-development icons created by </a:t>
              </a:r>
              <a:r>
                <a:rPr lang="en-US" sz="600" dirty="0" err="1">
                  <a:solidFill>
                    <a:schemeClr val="bg1">
                      <a:lumMod val="75000"/>
                    </a:schemeClr>
                  </a:solidFill>
                </a:rPr>
                <a:t>juicy_fish</a:t>
              </a:r>
              <a:r>
                <a:rPr lang="en-US" sz="600" dirty="0">
                  <a:solidFill>
                    <a:schemeClr val="bg1">
                      <a:lumMod val="75000"/>
                    </a:schemeClr>
                  </a:solidFill>
                </a:rPr>
                <a:t> - </a:t>
              </a:r>
              <a:r>
                <a:rPr lang="en-US" sz="600" dirty="0" err="1">
                  <a:solidFill>
                    <a:schemeClr val="bg1">
                      <a:lumMod val="75000"/>
                    </a:schemeClr>
                  </a:solidFill>
                </a:rPr>
                <a:t>Flaticon</a:t>
              </a:r>
              <a:r>
                <a:rPr lang="en-US" sz="600" dirty="0">
                  <a:solidFill>
                    <a:schemeClr val="bg1">
                      <a:lumMod val="75000"/>
                    </a:schemeClr>
                  </a:solidFill>
                </a:rPr>
                <a:t>&lt;/a&gt;</a:t>
              </a:r>
              <a:endParaRPr lang="de-DE" sz="600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</p:grpSp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64FDE5DB-6E4A-ED5F-AB90-CB240F161787}"/>
              </a:ext>
            </a:extLst>
          </p:cNvPr>
          <p:cNvGrpSpPr/>
          <p:nvPr/>
        </p:nvGrpSpPr>
        <p:grpSpPr>
          <a:xfrm>
            <a:off x="980269" y="3262476"/>
            <a:ext cx="2267744" cy="2433664"/>
            <a:chOff x="492086" y="3212976"/>
            <a:chExt cx="2267744" cy="2433664"/>
          </a:xfrm>
        </p:grpSpPr>
        <p:pic>
          <p:nvPicPr>
            <p:cNvPr id="8" name="Grafik 7" descr="Ein Bild, das Text, Raum, Spielhaus, Szene enthält.&#10;&#10;Automatisch generierte Beschreibung">
              <a:extLst>
                <a:ext uri="{FF2B5EF4-FFF2-40B4-BE49-F238E27FC236}">
                  <a16:creationId xmlns:a16="http://schemas.microsoft.com/office/drawing/2014/main" id="{0983E50E-8FCA-24DE-565A-501FDC86958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9111" y="3212976"/>
              <a:ext cx="2113694" cy="2113694"/>
            </a:xfrm>
            <a:prstGeom prst="rect">
              <a:avLst/>
            </a:prstGeom>
          </p:spPr>
        </p:pic>
        <p:sp>
          <p:nvSpPr>
            <p:cNvPr id="10" name="Textfeld 9">
              <a:extLst>
                <a:ext uri="{FF2B5EF4-FFF2-40B4-BE49-F238E27FC236}">
                  <a16:creationId xmlns:a16="http://schemas.microsoft.com/office/drawing/2014/main" id="{2CC80B5B-F730-9C10-7EFF-313FED5199E1}"/>
                </a:ext>
              </a:extLst>
            </p:cNvPr>
            <p:cNvSpPr txBox="1"/>
            <p:nvPr/>
          </p:nvSpPr>
          <p:spPr>
            <a:xfrm>
              <a:off x="492086" y="5277308"/>
              <a:ext cx="22677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" dirty="0">
                  <a:solidFill>
                    <a:schemeClr val="bg1">
                      <a:lumMod val="75000"/>
                    </a:schemeClr>
                  </a:solidFill>
                </a:rPr>
                <a:t>&lt;a </a:t>
              </a:r>
              <a:r>
                <a:rPr lang="en-US" sz="600" dirty="0" err="1">
                  <a:solidFill>
                    <a:schemeClr val="bg1">
                      <a:lumMod val="75000"/>
                    </a:schemeClr>
                  </a:solidFill>
                </a:rPr>
                <a:t>href</a:t>
              </a:r>
              <a:r>
                <a:rPr lang="en-US" sz="600" dirty="0">
                  <a:solidFill>
                    <a:schemeClr val="bg1">
                      <a:lumMod val="75000"/>
                    </a:schemeClr>
                  </a:solidFill>
                </a:rPr>
                <a:t>="https://www.flaticon.com/free-icons/database" title="database icons"&gt;Database icons created by </a:t>
              </a:r>
              <a:r>
                <a:rPr lang="en-US" sz="600" dirty="0" err="1">
                  <a:solidFill>
                    <a:schemeClr val="bg1">
                      <a:lumMod val="75000"/>
                    </a:schemeClr>
                  </a:solidFill>
                </a:rPr>
                <a:t>kerismaker</a:t>
              </a:r>
              <a:r>
                <a:rPr lang="en-US" sz="600" dirty="0">
                  <a:solidFill>
                    <a:schemeClr val="bg1">
                      <a:lumMod val="75000"/>
                    </a:schemeClr>
                  </a:solidFill>
                </a:rPr>
                <a:t> - </a:t>
              </a:r>
              <a:r>
                <a:rPr lang="en-US" sz="600" dirty="0" err="1">
                  <a:solidFill>
                    <a:schemeClr val="bg1">
                      <a:lumMod val="75000"/>
                    </a:schemeClr>
                  </a:solidFill>
                </a:rPr>
                <a:t>Flaticon</a:t>
              </a:r>
              <a:r>
                <a:rPr lang="en-US" sz="600" dirty="0">
                  <a:solidFill>
                    <a:schemeClr val="bg1">
                      <a:lumMod val="75000"/>
                    </a:schemeClr>
                  </a:solidFill>
                </a:rPr>
                <a:t>&lt;/a&gt;</a:t>
              </a:r>
              <a:endParaRPr lang="de-DE" sz="600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371F76FA-E730-48FA-93B9-ACB75A91D749}"/>
              </a:ext>
            </a:extLst>
          </p:cNvPr>
          <p:cNvSpPr>
            <a:spLocks noGrp="1"/>
          </p:cNvSpPr>
          <p:nvPr>
            <p:ph type="ctrTitle" sz="quarter"/>
          </p:nvPr>
        </p:nvSpPr>
        <p:spPr/>
        <p:txBody>
          <a:bodyPr/>
          <a:lstStyle/>
          <a:p>
            <a:r>
              <a:rPr lang="de-DE" dirty="0">
                <a:latin typeface="Meta Pro" panose="02000503040000020004" pitchFamily="2" charset="0"/>
              </a:rPr>
              <a:t> Bausteinsicht &amp; Verteilungssicht 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DB9698-1BAA-4F3E-9F3C-D32F78EF2C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 dirty="0" err="1"/>
              <a:t>SGDb</a:t>
            </a:r>
            <a:endParaRPr lang="de-DE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F92D2EFE-98CD-4649-8AFD-F3416778AE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B5944C-422B-400C-ACEC-079F06A0E4F8}" type="slidenum">
              <a:rPr lang="de-DE" smtClean="0">
                <a:latin typeface="Meta Pro" panose="02000503040000020004" pitchFamily="2" charset="0"/>
              </a:rPr>
              <a:pPr/>
              <a:t>3</a:t>
            </a:fld>
            <a:endParaRPr lang="de-DE" dirty="0">
              <a:latin typeface="Meta Pro" panose="02000503040000020004" pitchFamily="2" charset="0"/>
            </a:endParaRPr>
          </a:p>
        </p:txBody>
      </p:sp>
      <p:sp>
        <p:nvSpPr>
          <p:cNvPr id="2" name="Datumsplatzhalter 4">
            <a:extLst>
              <a:ext uri="{FF2B5EF4-FFF2-40B4-BE49-F238E27FC236}">
                <a16:creationId xmlns:a16="http://schemas.microsoft.com/office/drawing/2014/main" id="{0D27BB6D-766A-E589-5FF8-0A56EF44A2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139952" y="6678642"/>
            <a:ext cx="1152128" cy="162000"/>
          </a:xfrm>
        </p:spPr>
        <p:txBody>
          <a:bodyPr/>
          <a:lstStyle/>
          <a:p>
            <a:r>
              <a:rPr lang="de-DE" dirty="0"/>
              <a:t>17.01.2023</a:t>
            </a:r>
            <a:endParaRPr lang="de-DE" dirty="0">
              <a:solidFill>
                <a:schemeClr val="bg1"/>
              </a:solidFill>
              <a:latin typeface="Meta Pro" panose="0200050304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93519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2"/>
          <p:cNvSpPr>
            <a:spLocks noGrp="1" noChangeArrowheads="1"/>
          </p:cNvSpPr>
          <p:nvPr>
            <p:ph type="title"/>
          </p:nvPr>
        </p:nvSpPr>
        <p:spPr>
          <a:xfrm>
            <a:off x="211139" y="153988"/>
            <a:ext cx="6377086" cy="826740"/>
          </a:xfrm>
        </p:spPr>
        <p:txBody>
          <a:bodyPr/>
          <a:lstStyle/>
          <a:p>
            <a:r>
              <a:rPr lang="de-DE" dirty="0">
                <a:latin typeface="Meta Pro" panose="02000503040000020004" pitchFamily="2" charset="0"/>
              </a:rPr>
              <a:t>Bausteinsicht &amp; Verteilungssicht </a:t>
            </a:r>
          </a:p>
        </p:txBody>
      </p:sp>
      <p:sp>
        <p:nvSpPr>
          <p:cNvPr id="7" name="Datumsplatzhalter 4">
            <a:extLst>
              <a:ext uri="{FF2B5EF4-FFF2-40B4-BE49-F238E27FC236}">
                <a16:creationId xmlns:a16="http://schemas.microsoft.com/office/drawing/2014/main" id="{260E19FE-C12B-0B8E-4D67-29A01B6B65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139952" y="6678642"/>
            <a:ext cx="1152128" cy="162000"/>
          </a:xfrm>
        </p:spPr>
        <p:txBody>
          <a:bodyPr/>
          <a:lstStyle/>
          <a:p>
            <a:r>
              <a:rPr lang="de-DE" dirty="0"/>
              <a:t>17.01.2023</a:t>
            </a:r>
            <a:endParaRPr lang="de-DE" dirty="0">
              <a:solidFill>
                <a:schemeClr val="bg1"/>
              </a:solidFill>
              <a:latin typeface="Meta Pro" panose="02000503040000020004" pitchFamily="2" charset="0"/>
            </a:endParaRPr>
          </a:p>
        </p:txBody>
      </p:sp>
      <p:sp>
        <p:nvSpPr>
          <p:cNvPr id="8" name="Fußzeilenplatzhalter 5">
            <a:extLst>
              <a:ext uri="{FF2B5EF4-FFF2-40B4-BE49-F238E27FC236}">
                <a16:creationId xmlns:a16="http://schemas.microsoft.com/office/drawing/2014/main" id="{BDC896DB-EF21-84C3-3B99-F1D6899A51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39792" y="6513414"/>
            <a:ext cx="3240120" cy="327273"/>
          </a:xfrm>
        </p:spPr>
        <p:txBody>
          <a:bodyPr/>
          <a:lstStyle/>
          <a:p>
            <a:r>
              <a:rPr lang="de-DE" dirty="0" err="1">
                <a:solidFill>
                  <a:schemeClr val="bg1"/>
                </a:solidFill>
                <a:latin typeface="Meta Pro" panose="02000503040000020004" pitchFamily="2" charset="0"/>
              </a:rPr>
              <a:t>SGDb</a:t>
            </a:r>
            <a:endParaRPr lang="de-DE" dirty="0">
              <a:solidFill>
                <a:schemeClr val="bg1"/>
              </a:solidFill>
              <a:latin typeface="Meta Pro" panose="02000503040000020004" pitchFamily="2" charset="0"/>
            </a:endParaRPr>
          </a:p>
        </p:txBody>
      </p:sp>
      <p:sp>
        <p:nvSpPr>
          <p:cNvPr id="9" name="Foliennummernplatzhalter 6">
            <a:extLst>
              <a:ext uri="{FF2B5EF4-FFF2-40B4-BE49-F238E27FC236}">
                <a16:creationId xmlns:a16="http://schemas.microsoft.com/office/drawing/2014/main" id="{7B6E31DF-AE08-74A6-3007-0BDCC98ACF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292080" y="6677050"/>
            <a:ext cx="758825" cy="162000"/>
          </a:xfrm>
        </p:spPr>
        <p:txBody>
          <a:bodyPr/>
          <a:lstStyle/>
          <a:p>
            <a:pPr algn="l"/>
            <a:fld id="{58B5944C-422B-400C-ACEC-079F06A0E4F8}" type="slidenum">
              <a:rPr lang="de-DE" smtClean="0">
                <a:latin typeface="Meta Pro" panose="02000503040000020004" pitchFamily="2" charset="0"/>
              </a:rPr>
              <a:pPr algn="l"/>
              <a:t>4</a:t>
            </a:fld>
            <a:endParaRPr lang="de-DE" dirty="0">
              <a:latin typeface="Meta Pro" panose="02000503040000020004" pitchFamily="2" charset="0"/>
            </a:endParaRP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5F887DBA-E846-7338-8308-1FD7D281A9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02104"/>
            <a:ext cx="9144000" cy="2453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43592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2"/>
          <p:cNvSpPr>
            <a:spLocks noGrp="1" noChangeArrowheads="1"/>
          </p:cNvSpPr>
          <p:nvPr>
            <p:ph type="title"/>
          </p:nvPr>
        </p:nvSpPr>
        <p:spPr>
          <a:xfrm>
            <a:off x="211139" y="153988"/>
            <a:ext cx="6377086" cy="826740"/>
          </a:xfrm>
        </p:spPr>
        <p:txBody>
          <a:bodyPr/>
          <a:lstStyle/>
          <a:p>
            <a:r>
              <a:rPr lang="de-DE" dirty="0">
                <a:latin typeface="Meta Pro" panose="02000503040000020004" pitchFamily="2" charset="0"/>
              </a:rPr>
              <a:t>Bausteinsicht &amp; Verteilungssicht </a:t>
            </a:r>
          </a:p>
        </p:txBody>
      </p:sp>
      <p:sp>
        <p:nvSpPr>
          <p:cNvPr id="7" name="Datumsplatzhalter 4">
            <a:extLst>
              <a:ext uri="{FF2B5EF4-FFF2-40B4-BE49-F238E27FC236}">
                <a16:creationId xmlns:a16="http://schemas.microsoft.com/office/drawing/2014/main" id="{260E19FE-C12B-0B8E-4D67-29A01B6B65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139952" y="6678642"/>
            <a:ext cx="1152128" cy="162000"/>
          </a:xfrm>
        </p:spPr>
        <p:txBody>
          <a:bodyPr/>
          <a:lstStyle/>
          <a:p>
            <a:r>
              <a:rPr lang="de-DE" dirty="0"/>
              <a:t>17.01.2023</a:t>
            </a:r>
            <a:endParaRPr lang="de-DE" dirty="0">
              <a:solidFill>
                <a:schemeClr val="bg1"/>
              </a:solidFill>
              <a:latin typeface="Meta Pro" panose="02000503040000020004" pitchFamily="2" charset="0"/>
            </a:endParaRPr>
          </a:p>
        </p:txBody>
      </p:sp>
      <p:sp>
        <p:nvSpPr>
          <p:cNvPr id="8" name="Fußzeilenplatzhalter 5">
            <a:extLst>
              <a:ext uri="{FF2B5EF4-FFF2-40B4-BE49-F238E27FC236}">
                <a16:creationId xmlns:a16="http://schemas.microsoft.com/office/drawing/2014/main" id="{BDC896DB-EF21-84C3-3B99-F1D6899A51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39792" y="6513414"/>
            <a:ext cx="3240120" cy="327273"/>
          </a:xfrm>
        </p:spPr>
        <p:txBody>
          <a:bodyPr/>
          <a:lstStyle/>
          <a:p>
            <a:r>
              <a:rPr lang="de-DE" dirty="0" err="1">
                <a:solidFill>
                  <a:schemeClr val="bg1"/>
                </a:solidFill>
                <a:latin typeface="Meta Pro" panose="02000503040000020004" pitchFamily="2" charset="0"/>
              </a:rPr>
              <a:t>SGDb</a:t>
            </a:r>
            <a:endParaRPr lang="de-DE" dirty="0">
              <a:solidFill>
                <a:schemeClr val="bg1"/>
              </a:solidFill>
              <a:latin typeface="Meta Pro" panose="02000503040000020004" pitchFamily="2" charset="0"/>
            </a:endParaRPr>
          </a:p>
        </p:txBody>
      </p:sp>
      <p:sp>
        <p:nvSpPr>
          <p:cNvPr id="9" name="Foliennummernplatzhalter 6">
            <a:extLst>
              <a:ext uri="{FF2B5EF4-FFF2-40B4-BE49-F238E27FC236}">
                <a16:creationId xmlns:a16="http://schemas.microsoft.com/office/drawing/2014/main" id="{7B6E31DF-AE08-74A6-3007-0BDCC98ACF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292080" y="6677050"/>
            <a:ext cx="758825" cy="162000"/>
          </a:xfrm>
        </p:spPr>
        <p:txBody>
          <a:bodyPr/>
          <a:lstStyle/>
          <a:p>
            <a:pPr algn="l"/>
            <a:fld id="{58B5944C-422B-400C-ACEC-079F06A0E4F8}" type="slidenum">
              <a:rPr lang="de-DE" smtClean="0">
                <a:latin typeface="Meta Pro" panose="02000503040000020004" pitchFamily="2" charset="0"/>
              </a:rPr>
              <a:pPr algn="l"/>
              <a:t>5</a:t>
            </a:fld>
            <a:endParaRPr lang="de-DE" dirty="0">
              <a:latin typeface="Meta Pro" panose="02000503040000020004" pitchFamily="2" charset="0"/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25305B74-0644-BC8E-7C02-CB0431A8CC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6201" y="1398714"/>
            <a:ext cx="6091598" cy="48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23772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371F76FA-E730-48FA-93B9-ACB75A91D749}"/>
              </a:ext>
            </a:extLst>
          </p:cNvPr>
          <p:cNvSpPr>
            <a:spLocks noGrp="1"/>
          </p:cNvSpPr>
          <p:nvPr>
            <p:ph type="ctrTitle" sz="quarter"/>
          </p:nvPr>
        </p:nvSpPr>
        <p:spPr/>
        <p:txBody>
          <a:bodyPr/>
          <a:lstStyle/>
          <a:p>
            <a:r>
              <a:rPr lang="de-DE" dirty="0">
                <a:latin typeface="Meta Pro" panose="02000503040000020004" pitchFamily="2" charset="0"/>
              </a:rPr>
              <a:t>Testabdeckung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DB9698-1BAA-4F3E-9F3C-D32F78EF2C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 dirty="0" err="1"/>
              <a:t>SGDb</a:t>
            </a:r>
            <a:endParaRPr lang="de-DE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F92D2EFE-98CD-4649-8AFD-F3416778AE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B5944C-422B-400C-ACEC-079F06A0E4F8}" type="slidenum">
              <a:rPr lang="de-DE" smtClean="0">
                <a:latin typeface="Meta Pro" panose="02000503040000020004" pitchFamily="2" charset="0"/>
              </a:rPr>
              <a:pPr/>
              <a:t>6</a:t>
            </a:fld>
            <a:endParaRPr lang="de-DE" dirty="0">
              <a:latin typeface="Meta Pro" panose="02000503040000020004" pitchFamily="2" charset="0"/>
            </a:endParaRPr>
          </a:p>
        </p:txBody>
      </p:sp>
      <p:sp>
        <p:nvSpPr>
          <p:cNvPr id="2" name="Datumsplatzhalter 4">
            <a:extLst>
              <a:ext uri="{FF2B5EF4-FFF2-40B4-BE49-F238E27FC236}">
                <a16:creationId xmlns:a16="http://schemas.microsoft.com/office/drawing/2014/main" id="{0D27BB6D-766A-E589-5FF8-0A56EF44A2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139952" y="6678642"/>
            <a:ext cx="1152128" cy="162000"/>
          </a:xfrm>
        </p:spPr>
        <p:txBody>
          <a:bodyPr/>
          <a:lstStyle/>
          <a:p>
            <a:r>
              <a:rPr lang="de-DE" dirty="0"/>
              <a:t>17.01.2023</a:t>
            </a:r>
            <a:endParaRPr lang="de-DE" dirty="0">
              <a:solidFill>
                <a:schemeClr val="bg1"/>
              </a:solidFill>
              <a:latin typeface="Meta Pro" panose="0200050304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29820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2"/>
          <p:cNvSpPr>
            <a:spLocks noGrp="1" noChangeArrowheads="1"/>
          </p:cNvSpPr>
          <p:nvPr>
            <p:ph type="title"/>
          </p:nvPr>
        </p:nvSpPr>
        <p:spPr>
          <a:xfrm>
            <a:off x="211139" y="153988"/>
            <a:ext cx="6377086" cy="826740"/>
          </a:xfrm>
        </p:spPr>
        <p:txBody>
          <a:bodyPr/>
          <a:lstStyle/>
          <a:p>
            <a:r>
              <a:rPr lang="de-DE" dirty="0">
                <a:latin typeface="Meta Pro" panose="02000503040000020004" pitchFamily="2" charset="0"/>
              </a:rPr>
              <a:t>Testabdeckung</a:t>
            </a:r>
          </a:p>
        </p:txBody>
      </p:sp>
      <p:sp>
        <p:nvSpPr>
          <p:cNvPr id="7" name="Datumsplatzhalter 4">
            <a:extLst>
              <a:ext uri="{FF2B5EF4-FFF2-40B4-BE49-F238E27FC236}">
                <a16:creationId xmlns:a16="http://schemas.microsoft.com/office/drawing/2014/main" id="{260E19FE-C12B-0B8E-4D67-29A01B6B65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139952" y="6678642"/>
            <a:ext cx="1152128" cy="162000"/>
          </a:xfrm>
        </p:spPr>
        <p:txBody>
          <a:bodyPr/>
          <a:lstStyle/>
          <a:p>
            <a:r>
              <a:rPr lang="de-DE" dirty="0"/>
              <a:t>17.01.2023</a:t>
            </a:r>
            <a:endParaRPr lang="de-DE" dirty="0">
              <a:solidFill>
                <a:schemeClr val="bg1"/>
              </a:solidFill>
              <a:latin typeface="Meta Pro" panose="02000503040000020004" pitchFamily="2" charset="0"/>
            </a:endParaRPr>
          </a:p>
        </p:txBody>
      </p:sp>
      <p:sp>
        <p:nvSpPr>
          <p:cNvPr id="8" name="Fußzeilenplatzhalter 5">
            <a:extLst>
              <a:ext uri="{FF2B5EF4-FFF2-40B4-BE49-F238E27FC236}">
                <a16:creationId xmlns:a16="http://schemas.microsoft.com/office/drawing/2014/main" id="{BDC896DB-EF21-84C3-3B99-F1D6899A51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39792" y="6513414"/>
            <a:ext cx="3240120" cy="327273"/>
          </a:xfrm>
        </p:spPr>
        <p:txBody>
          <a:bodyPr/>
          <a:lstStyle/>
          <a:p>
            <a:r>
              <a:rPr lang="de-DE" dirty="0" err="1">
                <a:solidFill>
                  <a:schemeClr val="bg1"/>
                </a:solidFill>
                <a:latin typeface="Meta Pro" panose="02000503040000020004" pitchFamily="2" charset="0"/>
              </a:rPr>
              <a:t>SGDb</a:t>
            </a:r>
            <a:endParaRPr lang="de-DE" dirty="0">
              <a:solidFill>
                <a:schemeClr val="bg1"/>
              </a:solidFill>
              <a:latin typeface="Meta Pro" panose="02000503040000020004" pitchFamily="2" charset="0"/>
            </a:endParaRPr>
          </a:p>
        </p:txBody>
      </p:sp>
      <p:sp>
        <p:nvSpPr>
          <p:cNvPr id="9" name="Foliennummernplatzhalter 6">
            <a:extLst>
              <a:ext uri="{FF2B5EF4-FFF2-40B4-BE49-F238E27FC236}">
                <a16:creationId xmlns:a16="http://schemas.microsoft.com/office/drawing/2014/main" id="{7B6E31DF-AE08-74A6-3007-0BDCC98ACF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292080" y="6677050"/>
            <a:ext cx="758825" cy="162000"/>
          </a:xfrm>
        </p:spPr>
        <p:txBody>
          <a:bodyPr/>
          <a:lstStyle/>
          <a:p>
            <a:pPr algn="l"/>
            <a:fld id="{58B5944C-422B-400C-ACEC-079F06A0E4F8}" type="slidenum">
              <a:rPr lang="de-DE" smtClean="0">
                <a:latin typeface="Meta Pro" panose="02000503040000020004" pitchFamily="2" charset="0"/>
              </a:rPr>
              <a:pPr algn="l"/>
              <a:t>7</a:t>
            </a:fld>
            <a:endParaRPr lang="de-DE" dirty="0">
              <a:latin typeface="Meta Pro" panose="02000503040000020004" pitchFamily="2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919E533-9FFB-C765-90A0-527AD7D94B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5039" y="763633"/>
            <a:ext cx="5629821" cy="28398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E065D9C6-AC0D-725B-40B7-3DD5AAC36A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164" y="3760865"/>
            <a:ext cx="6199573" cy="24378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72211435"/>
      </p:ext>
    </p:extLst>
  </p:cSld>
  <p:clrMapOvr>
    <a:masterClrMapping/>
  </p:clrMapOvr>
</p:sld>
</file>

<file path=ppt/theme/theme1.xml><?xml version="1.0" encoding="utf-8"?>
<a:theme xmlns:a="http://schemas.openxmlformats.org/drawingml/2006/main" name="INF6 Druck">
  <a:themeElements>
    <a:clrScheme name="Benutzerdefiniert 1">
      <a:dk1>
        <a:srgbClr val="000000"/>
      </a:dk1>
      <a:lt1>
        <a:srgbClr val="FFFFFF"/>
      </a:lt1>
      <a:dk2>
        <a:srgbClr val="67A2C0"/>
      </a:dk2>
      <a:lt2>
        <a:srgbClr val="C7DBE7"/>
      </a:lt2>
      <a:accent1>
        <a:srgbClr val="0085BD"/>
      </a:accent1>
      <a:accent2>
        <a:srgbClr val="E32219"/>
      </a:accent2>
      <a:accent3>
        <a:srgbClr val="F29400"/>
      </a:accent3>
      <a:accent4>
        <a:srgbClr val="97BE0D"/>
      </a:accent4>
      <a:accent5>
        <a:srgbClr val="FFE400"/>
      </a:accent5>
      <a:accent6>
        <a:srgbClr val="93117E"/>
      </a:accent6>
      <a:hlink>
        <a:srgbClr val="0085BD"/>
      </a:hlink>
      <a:folHlink>
        <a:srgbClr val="67A2C0"/>
      </a:folHlink>
    </a:clrScheme>
    <a:fontScheme name="2_Inf6folienppt">
      <a:majorFont>
        <a:latin typeface="Meta Pro"/>
        <a:ea typeface=""/>
        <a:cs typeface="Arial"/>
      </a:majorFont>
      <a:minorFont>
        <a:latin typeface="Meta Pro"/>
        <a:ea typeface=""/>
        <a:cs typeface="Arial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Inf6folienppt 1">
        <a:dk1>
          <a:srgbClr val="000000"/>
        </a:dk1>
        <a:lt1>
          <a:srgbClr val="FFFFFF"/>
        </a:lt1>
        <a:dk2>
          <a:srgbClr val="6399AB"/>
        </a:dk2>
        <a:lt2>
          <a:srgbClr val="969696"/>
        </a:lt2>
        <a:accent1>
          <a:srgbClr val="CDC8C8"/>
        </a:accent1>
        <a:accent2>
          <a:srgbClr val="4C7D8E"/>
        </a:accent2>
        <a:accent3>
          <a:srgbClr val="FFFFFF"/>
        </a:accent3>
        <a:accent4>
          <a:srgbClr val="000000"/>
        </a:accent4>
        <a:accent5>
          <a:srgbClr val="E3E0E0"/>
        </a:accent5>
        <a:accent6>
          <a:srgbClr val="447180"/>
        </a:accent6>
        <a:hlink>
          <a:srgbClr val="DA6D00"/>
        </a:hlink>
        <a:folHlink>
          <a:srgbClr val="329A3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Inf6folienppt 2">
        <a:dk1>
          <a:srgbClr val="000000"/>
        </a:dk1>
        <a:lt1>
          <a:srgbClr val="FFFFFF"/>
        </a:lt1>
        <a:dk2>
          <a:srgbClr val="6399AB"/>
        </a:dk2>
        <a:lt2>
          <a:srgbClr val="969696"/>
        </a:lt2>
        <a:accent1>
          <a:srgbClr val="CDC8C8"/>
        </a:accent1>
        <a:accent2>
          <a:srgbClr val="8AB2C0"/>
        </a:accent2>
        <a:accent3>
          <a:srgbClr val="FFFFFF"/>
        </a:accent3>
        <a:accent4>
          <a:srgbClr val="000000"/>
        </a:accent4>
        <a:accent5>
          <a:srgbClr val="E3E0E0"/>
        </a:accent5>
        <a:accent6>
          <a:srgbClr val="7DA1AE"/>
        </a:accent6>
        <a:hlink>
          <a:srgbClr val="F3952D"/>
        </a:hlink>
        <a:folHlink>
          <a:srgbClr val="51C751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ALT_inf6 2011 slim</Template>
  <TotalTime>0</TotalTime>
  <Words>145</Words>
  <Application>Microsoft Office PowerPoint</Application>
  <PresentationFormat>Bildschirmpräsentation (4:3)</PresentationFormat>
  <Paragraphs>48</Paragraphs>
  <Slides>7</Slides>
  <Notes>7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7</vt:i4>
      </vt:variant>
    </vt:vector>
  </HeadingPairs>
  <TitlesOfParts>
    <vt:vector size="12" baseType="lpstr">
      <vt:lpstr>Arial</vt:lpstr>
      <vt:lpstr>Helvetica</vt:lpstr>
      <vt:lpstr>Meta Pro</vt:lpstr>
      <vt:lpstr>MetaNormalLF-Roman</vt:lpstr>
      <vt:lpstr>INF6 Druck</vt:lpstr>
      <vt:lpstr>SGDb: Semantic Video Game Database</vt:lpstr>
      <vt:lpstr>Motivation</vt:lpstr>
      <vt:lpstr> Bausteinsicht &amp; Verteilungssicht </vt:lpstr>
      <vt:lpstr>Bausteinsicht &amp; Verteilungssicht </vt:lpstr>
      <vt:lpstr>Bausteinsicht &amp; Verteilungssicht </vt:lpstr>
      <vt:lpstr>Testabdeckung</vt:lpstr>
      <vt:lpstr>Testabdeckung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Christoph P. Neumann</dc:creator>
  <cp:lastModifiedBy>Ardian Imeraj</cp:lastModifiedBy>
  <cp:revision>1370</cp:revision>
  <dcterms:created xsi:type="dcterms:W3CDTF">2019-02-23T14:04:12Z</dcterms:created>
  <dcterms:modified xsi:type="dcterms:W3CDTF">2023-01-15T13:30:54Z</dcterms:modified>
</cp:coreProperties>
</file>