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661" r:id="rId4"/>
    <p:sldId id="664" r:id="rId5"/>
    <p:sldId id="667" r:id="rId6"/>
    <p:sldId id="665" r:id="rId7"/>
    <p:sldId id="666" r:id="rId8"/>
  </p:sldIdLst>
  <p:sldSz cx="9144000" cy="6858000" type="screen4x3"/>
  <p:notesSz cx="7104063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3657">
          <p15:clr>
            <a:srgbClr val="A4A3A4"/>
          </p15:clr>
        </p15:guide>
        <p15:guide id="3" orient="horz" pos="3838">
          <p15:clr>
            <a:srgbClr val="A4A3A4"/>
          </p15:clr>
        </p15:guide>
        <p15:guide id="4" pos="5647">
          <p15:clr>
            <a:srgbClr val="A4A3A4"/>
          </p15:clr>
        </p15:guide>
        <p15:guide id="5" pos="1383">
          <p15:clr>
            <a:srgbClr val="A4A3A4"/>
          </p15:clr>
        </p15:guide>
        <p15:guide id="6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ristoph Neuman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7FA9B6"/>
    <a:srgbClr val="6399AB"/>
    <a:srgbClr val="F29400"/>
    <a:srgbClr val="B0A79D"/>
    <a:srgbClr val="F28E00"/>
    <a:srgbClr val="FFC000"/>
    <a:srgbClr val="7FD9FF"/>
    <a:srgbClr val="0085BD"/>
    <a:srgbClr val="F39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6357" autoAdjust="0"/>
  </p:normalViewPr>
  <p:slideViewPr>
    <p:cSldViewPr snapToObjects="1">
      <p:cViewPr varScale="1">
        <p:scale>
          <a:sx n="110" d="100"/>
          <a:sy n="110" d="100"/>
        </p:scale>
        <p:origin x="1314" y="108"/>
      </p:cViewPr>
      <p:guideLst>
        <p:guide orient="horz" pos="708"/>
        <p:guide orient="horz" pos="3657"/>
        <p:guide orient="horz" pos="3838"/>
        <p:guide pos="5647"/>
        <p:guide pos="1383"/>
        <p:guide pos="158"/>
      </p:guideLst>
    </p:cSldViewPr>
  </p:slideViewPr>
  <p:outlineViewPr>
    <p:cViewPr>
      <p:scale>
        <a:sx n="33" d="100"/>
        <a:sy n="33" d="100"/>
      </p:scale>
      <p:origin x="0" y="-215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5" d="100"/>
          <a:sy n="75" d="100"/>
        </p:scale>
        <p:origin x="3954" y="84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defTabSz="959367">
              <a:defRPr sz="1300"/>
            </a:lvl1pPr>
          </a:lstStyle>
          <a:p>
            <a:endParaRPr lang="de-DE" dirty="0">
              <a:latin typeface="MetaNormalLF-Roman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algn="r" defTabSz="959367">
              <a:defRPr sz="1300"/>
            </a:lvl1pPr>
          </a:lstStyle>
          <a:p>
            <a:endParaRPr lang="de-DE" dirty="0">
              <a:latin typeface="MetaNormalLF-Roman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defTabSz="959367">
              <a:defRPr sz="1300"/>
            </a:lvl1pPr>
          </a:lstStyle>
          <a:p>
            <a:endParaRPr lang="de-DE" dirty="0">
              <a:latin typeface="MetaNormalLF-Roman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algn="r" defTabSz="959367">
              <a:defRPr sz="1300"/>
            </a:lvl1pPr>
          </a:lstStyle>
          <a:p>
            <a:fld id="{5D2008C6-AF71-46A7-A226-D12645E41171}" type="slidenum">
              <a:rPr lang="de-DE">
                <a:latin typeface="MetaNormalLF-Roman"/>
              </a:rPr>
              <a:pPr/>
              <a:t>‹Nr.›</a:t>
            </a:fld>
            <a:endParaRPr lang="de-DE" dirty="0">
              <a:latin typeface="MetaNormalLF-Roman"/>
            </a:endParaRPr>
          </a:p>
        </p:txBody>
      </p:sp>
    </p:spTree>
    <p:extLst>
      <p:ext uri="{BB962C8B-B14F-4D97-AF65-F5344CB8AC3E}">
        <p14:creationId xmlns:p14="http://schemas.microsoft.com/office/powerpoint/2010/main" val="3999927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defTabSz="959367">
              <a:defRPr sz="1300">
                <a:latin typeface="MetaNormalLF-Roman" panose="020B0502030000020004"/>
              </a:defRPr>
            </a:lvl1pPr>
          </a:lstStyle>
          <a:p>
            <a:endParaRPr lang="de-DE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1"/>
            <a:ext cx="3079202" cy="51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>
            <a:lvl1pPr algn="r" defTabSz="959367">
              <a:defRPr sz="1300">
                <a:latin typeface="MetaNormalLF-Roman" panose="020B0502030000020004"/>
              </a:defRPr>
            </a:lvl1pPr>
          </a:lstStyle>
          <a:p>
            <a:endParaRPr lang="de-DE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8979" y="4860378"/>
            <a:ext cx="5206107" cy="4606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Klicken Sie, um die Formate des Vorlagentextes zu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defTabSz="959367">
              <a:defRPr sz="1300">
                <a:latin typeface="MetaNormalLF-Roman" panose="020B0502030000020004"/>
              </a:defRPr>
            </a:lvl1pPr>
          </a:lstStyle>
          <a:p>
            <a:endParaRPr lang="de-DE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92"/>
            <a:ext cx="3079202" cy="512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06" tIns="47953" rIns="95906" bIns="47953" numCol="1" anchor="b" anchorCtr="0" compatLnSpc="1">
            <a:prstTxWarp prst="textNoShape">
              <a:avLst/>
            </a:prstTxWarp>
          </a:bodyPr>
          <a:lstStyle>
            <a:lvl1pPr algn="r" defTabSz="959367">
              <a:defRPr sz="1300">
                <a:latin typeface="MetaNormalLF-Roman" panose="020B0502030000020004"/>
              </a:defRPr>
            </a:lvl1pPr>
          </a:lstStyle>
          <a:p>
            <a:fld id="{6E291615-FAF7-4493-A686-6F4E1EA06A9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88855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etaNormalLF-Roman" panose="020B0502030000020004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E5A962B-1EAB-43EB-A4C8-8B8CAF850F09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de-DE" dirty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615-FAF7-4493-A686-6F4E1EA06A90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211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447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702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615-FAF7-4493-A686-6F4E1EA06A90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0267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912813" fontAlgn="base">
              <a:spcBef>
                <a:spcPct val="0"/>
              </a:spcBef>
              <a:spcAft>
                <a:spcPct val="0"/>
              </a:spcAft>
              <a:defRPr/>
            </a:pPr>
            <a:fld id="{1CD6FD4F-51A4-466E-905A-65C5C2AF801C}" type="slidenum">
              <a:rPr lang="de-DE" smtClean="0"/>
              <a:pPr defTabSz="912813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de-DE" dirty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8302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folie Varian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 panose="020B0502030000020004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886075" y="6481763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Verfasser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8F8F8"/>
                </a:solidFill>
                <a:latin typeface="Meta Pro" panose="02000503040000020004" pitchFamily="2" charset="0"/>
              </a:rPr>
              <a:t>Datum </a:t>
            </a: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/ Seitenzahl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69875" y="6481763"/>
            <a:ext cx="2324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Titel der Präsentation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</a:rPr>
              <a:t>evtl. zweizeilig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 panose="020B0502030000020004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640582" y="649395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Verfasser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Datum </a:t>
            </a: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/ Seitenzahl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63550" y="6493955"/>
            <a:ext cx="23241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Titel der Präsentation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900" dirty="0">
                <a:solidFill>
                  <a:srgbClr val="F8F8F8"/>
                </a:solidFill>
                <a:latin typeface="Meta Pro" panose="02000503040000020004" pitchFamily="2" charset="0"/>
                <a:cs typeface="Tahoma" pitchFamily="34" charset="0"/>
              </a:rPr>
              <a:t>evtl. zweizeilig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9304" y="610952"/>
            <a:ext cx="5273160" cy="1346200"/>
          </a:xfrm>
        </p:spPr>
        <p:txBody>
          <a:bodyPr/>
          <a:lstStyle>
            <a:lvl1pPr algn="l">
              <a:lnSpc>
                <a:spcPct val="100000"/>
              </a:lnSpc>
              <a:defRPr sz="3200" b="0">
                <a:latin typeface="Meta Pro" panose="02000503040000020004" pitchFamily="2" charset="0"/>
                <a:cs typeface="Tahoma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4" name="Picture 17" descr="Titelsegment trans"/>
          <p:cNvPicPr>
            <a:picLocks noChangeAspect="1" noChangeArrowheads="1"/>
          </p:cNvPicPr>
          <p:nvPr userDrawn="1"/>
        </p:nvPicPr>
        <p:blipFill>
          <a:blip r:embed="rId2" cstate="print"/>
          <a:srcRect l="1918" t="390" r="63"/>
          <a:stretch>
            <a:fillRect/>
          </a:stretch>
        </p:blipFill>
        <p:spPr bwMode="auto">
          <a:xfrm>
            <a:off x="5885753" y="0"/>
            <a:ext cx="3258247" cy="231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Grafik 14" descr="Claim HAW negativ transparenter Hintergrund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193945" y="6562576"/>
            <a:ext cx="1389064" cy="102626"/>
          </a:xfrm>
          <a:prstGeom prst="rect">
            <a:avLst/>
          </a:prstGeom>
        </p:spPr>
      </p:pic>
      <p:pic>
        <p:nvPicPr>
          <p:cNvPr id="18" name="Grafik 17" descr="Logo_OTH-D-Subl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6852285" y="504825"/>
            <a:ext cx="1750978" cy="88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6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99D4D66E-5374-4AA9-8AF1-24532C29AD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/>
            </a:endParaRP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397495"/>
            <a:ext cx="9144032" cy="450000"/>
          </a:xfrm>
          <a:prstGeom prst="rect">
            <a:avLst/>
          </a:prstGeom>
        </p:spPr>
        <p:txBody>
          <a:bodyPr lIns="180000" rIns="180000" anchor="b"/>
          <a:lstStyle>
            <a:lvl1pPr algn="r">
              <a:buNone/>
              <a:defRPr sz="1400" b="1"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en-GB" dirty="0"/>
              <a:t>[</a:t>
            </a:r>
            <a:r>
              <a:rPr lang="en-GB" dirty="0" err="1"/>
              <a:t>Vorname</a:t>
            </a:r>
            <a:r>
              <a:rPr lang="en-GB" dirty="0"/>
              <a:t> </a:t>
            </a:r>
            <a:r>
              <a:rPr lang="en-GB" dirty="0" err="1"/>
              <a:t>Nachname</a:t>
            </a:r>
            <a:r>
              <a:rPr lang="en-GB" dirty="0"/>
              <a:t>]</a:t>
            </a:r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88" y="3071810"/>
            <a:ext cx="9143944" cy="1027115"/>
          </a:xfrm>
          <a:prstGeom prst="rect">
            <a:avLst/>
          </a:prstGeom>
          <a:noFill/>
        </p:spPr>
        <p:txBody>
          <a:bodyPr lIns="180000" rIns="180000" anchor="b" anchorCtr="0"/>
          <a:lstStyle>
            <a:lvl1pPr algn="r">
              <a:spcBef>
                <a:spcPts val="0"/>
              </a:spcBef>
              <a:buNone/>
              <a:defRPr sz="1800" baseline="0"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de-DE" dirty="0"/>
              <a:t>[Untertitel]</a:t>
            </a:r>
            <a:endParaRPr lang="en-US" dirty="0"/>
          </a:p>
        </p:txBody>
      </p:sp>
      <p:sp>
        <p:nvSpPr>
          <p:cNvPr id="229393" name="Rectangle 17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-32" y="4057878"/>
            <a:ext cx="9144064" cy="133961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lIns="180000" rIns="180000" anchor="ctr"/>
          <a:lstStyle>
            <a:lvl1pPr algn="r">
              <a:defRPr sz="3200" baseline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23" name="Textplatzhalt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88" y="5847495"/>
            <a:ext cx="9143880" cy="216000"/>
          </a:xfrm>
          <a:prstGeom prst="rect">
            <a:avLst/>
          </a:prstGeom>
        </p:spPr>
        <p:txBody>
          <a:bodyPr lIns="180000" rIns="180000" anchor="ctr"/>
          <a:lstStyle>
            <a:lvl1pPr algn="r">
              <a:buNone/>
              <a:defRPr sz="1400" b="1"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en-GB" dirty="0"/>
              <a:t>[DD.MM.YYYY]</a:t>
            </a:r>
          </a:p>
        </p:txBody>
      </p:sp>
      <p:pic>
        <p:nvPicPr>
          <p:cNvPr id="10" name="Grafik 9" descr="Claim HAW negativ transparenter Hintergrund.gif">
            <a:extLst>
              <a:ext uri="{FF2B5EF4-FFF2-40B4-BE49-F238E27FC236}">
                <a16:creationId xmlns:a16="http://schemas.microsoft.com/office/drawing/2014/main" id="{83E9DE93-9956-4F1C-9CCC-2FBB0E5D75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549966" y="6625249"/>
            <a:ext cx="1389064" cy="102626"/>
          </a:xfrm>
          <a:prstGeom prst="rect">
            <a:avLst/>
          </a:prstGeom>
        </p:spPr>
      </p:pic>
      <p:pic>
        <p:nvPicPr>
          <p:cNvPr id="11" name="Inhaltsplatzhalter 7">
            <a:extLst>
              <a:ext uri="{FF2B5EF4-FFF2-40B4-BE49-F238E27FC236}">
                <a16:creationId xmlns:a16="http://schemas.microsoft.com/office/drawing/2014/main" id="{9234C3BE-0288-417C-9E38-54CD1D5593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5606" y="910474"/>
            <a:ext cx="1952787" cy="19527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17" descr="Titelsegment trans">
            <a:extLst>
              <a:ext uri="{FF2B5EF4-FFF2-40B4-BE49-F238E27FC236}">
                <a16:creationId xmlns:a16="http://schemas.microsoft.com/office/drawing/2014/main" id="{2412B62D-16FD-4EEC-920F-F721AFD713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 l="1918" t="390" r="63"/>
          <a:stretch>
            <a:fillRect/>
          </a:stretch>
        </p:blipFill>
        <p:spPr bwMode="auto">
          <a:xfrm>
            <a:off x="5885753" y="0"/>
            <a:ext cx="3258247" cy="231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Grafik 8" descr="Logo_OTH-D-Subl.png">
            <a:extLst>
              <a:ext uri="{FF2B5EF4-FFF2-40B4-BE49-F238E27FC236}">
                <a16:creationId xmlns:a16="http://schemas.microsoft.com/office/drawing/2014/main" id="{46680A19-EC64-4942-8809-FFCC9C0ECD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6852285" y="504825"/>
            <a:ext cx="1750978" cy="884137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3B9A81B5-F970-4708-B19A-59494BBC8B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D95AE9BA-2078-4CEF-A362-A73863791C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C492FFE0-3AB5-4A4E-8313-1939DC7B9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Datum</a:t>
            </a:r>
            <a:endParaRPr lang="en-GB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8F7E245-C934-4E4D-A5C4-0EEBEA36045C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Team Rot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6" name="Datumsplatzhalter 14"/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9" name="Inhaltsplatzhalter 2"/>
          <p:cNvSpPr>
            <a:spLocks noGrp="1"/>
          </p:cNvSpPr>
          <p:nvPr>
            <p:ph idx="11" hasCustomPrompt="1"/>
          </p:nvPr>
        </p:nvSpPr>
        <p:spPr>
          <a:xfrm>
            <a:off x="211138" y="1339314"/>
            <a:ext cx="8753475" cy="487576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SzPct val="80000"/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960A02E-82B1-4670-B6AA-E7617628317E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Team Rot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/>
          <p:cNvSpPr>
            <a:spLocks noGrp="1"/>
          </p:cNvSpPr>
          <p:nvPr>
            <p:ph idx="1" hasCustomPrompt="1"/>
          </p:nvPr>
        </p:nvSpPr>
        <p:spPr>
          <a:xfrm>
            <a:off x="211138" y="1357298"/>
            <a:ext cx="4217985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1" hasCustomPrompt="1"/>
          </p:nvPr>
        </p:nvSpPr>
        <p:spPr>
          <a:xfrm>
            <a:off x="4664075" y="1357298"/>
            <a:ext cx="4217985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81E2CB0-F368-4312-ACCC-051B0D4D5A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1B093A4-5F19-4FFB-B798-186992292D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DFA6A605-C30B-4AED-8263-13CDFEE4D7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4140A41-5350-4AC8-B9B8-7D8215F3F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BBD9BE8-D80A-40D4-975E-6D9693688652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Verfasser -&gt; im Folienmaster ändern! 🙁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(vertik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2"/>
          <p:cNvSpPr>
            <a:spLocks noGrp="1"/>
          </p:cNvSpPr>
          <p:nvPr>
            <p:ph idx="11" hasCustomPrompt="1"/>
          </p:nvPr>
        </p:nvSpPr>
        <p:spPr>
          <a:xfrm>
            <a:off x="211138" y="1339314"/>
            <a:ext cx="8753475" cy="230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2" hasCustomPrompt="1"/>
          </p:nvPr>
        </p:nvSpPr>
        <p:spPr>
          <a:xfrm>
            <a:off x="211138" y="3838520"/>
            <a:ext cx="8753475" cy="230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1pPr>
            <a:lvl2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2pPr>
            <a:lvl3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3pPr>
            <a:lvl4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4pPr>
            <a:lvl5pPr>
              <a:buClr>
                <a:schemeClr val="accent3"/>
              </a:buClr>
              <a:buFont typeface="Arial" panose="020B0604020202020204" pitchFamily="34" charset="0"/>
              <a:buChar char="•"/>
              <a:defRPr>
                <a:latin typeface="Meta Pro" panose="02000503040000020004" pitchFamily="2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386BC4C1-6B88-4F52-832B-BEB8D6B8B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922ECCEE-D999-4C57-B42D-65448A14AD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6E75B6-BF7A-488F-8E48-1843B75EEC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5EC8DD7-4500-4DC5-B25F-75B4C36F1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4C4BD9D-D2B4-4988-9BA6-4361DFFE4A42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Verfasser -&gt; im Folienmaster ändern! 🙁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B8589873-926C-4CC5-9679-BA8268159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139" y="153988"/>
            <a:ext cx="6377086" cy="826740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[Titel]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6816AF-8067-497E-9B82-D2981A5149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2FFF2600-C848-4094-916A-AC8B3E0FEE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Titel der Präsentation</a:t>
            </a:r>
            <a:endParaRPr lang="de-DE" dirty="0"/>
          </a:p>
        </p:txBody>
      </p:sp>
      <p:sp>
        <p:nvSpPr>
          <p:cNvPr id="12" name="Datumsplatzhalter 14">
            <a:extLst>
              <a:ext uri="{FF2B5EF4-FFF2-40B4-BE49-F238E27FC236}">
                <a16:creationId xmlns:a16="http://schemas.microsoft.com/office/drawing/2014/main" id="{E8EF97A1-A035-460A-874C-0A516AED2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Datum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CBC7062-F029-447F-A8A4-28F5563BADB8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Verfasser -&gt; im Folienmaster ändern! 🙁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schnitts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2143108" y="4057877"/>
            <a:ext cx="7000860" cy="133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aNormalLF-Roman"/>
            </a:endParaRPr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15" hasCustomPrompt="1"/>
          </p:nvPr>
        </p:nvSpPr>
        <p:spPr>
          <a:xfrm>
            <a:off x="2143108" y="3310091"/>
            <a:ext cx="7000924" cy="741363"/>
          </a:xfrm>
          <a:prstGeom prst="rect">
            <a:avLst/>
          </a:prstGeom>
          <a:noFill/>
        </p:spPr>
        <p:txBody>
          <a:bodyPr lIns="180000" rIns="180000" anchor="b" anchorCtr="0"/>
          <a:lstStyle>
            <a:lvl1pPr algn="r">
              <a:spcBef>
                <a:spcPts val="0"/>
              </a:spcBef>
              <a:buNone/>
              <a:defRPr>
                <a:solidFill>
                  <a:schemeClr val="accent3"/>
                </a:solidFill>
                <a:latin typeface="Meta Pro" panose="02000503040000020004" pitchFamily="2" charset="0"/>
              </a:defRPr>
            </a:lvl1pPr>
          </a:lstStyle>
          <a:p>
            <a:pPr lvl="0"/>
            <a:r>
              <a:rPr lang="de-DE" dirty="0"/>
              <a:t>[Abschnittsuntertitel]</a:t>
            </a:r>
            <a:endParaRPr lang="en-US" dirty="0"/>
          </a:p>
        </p:txBody>
      </p:sp>
      <p:sp>
        <p:nvSpPr>
          <p:cNvPr id="229393" name="Rectangle 17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-32" y="4057878"/>
            <a:ext cx="9144064" cy="13396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none"/>
        </p:style>
        <p:txBody>
          <a:bodyPr wrap="square" lIns="180000" rIns="180000" anchor="ctr"/>
          <a:lstStyle>
            <a:lvl1pPr algn="r">
              <a:defRPr sz="280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 dirty="0"/>
              <a:t>[Abschnittstitel]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839EAC0B-E182-48A1-A4F4-0D4D581C0E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292080" y="6677050"/>
            <a:ext cx="758825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lang="de-DE" sz="900" b="0" smtClean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fld id="{58B5944C-422B-400C-ACEC-079F06A0E4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E1CCA1AB-46DA-464A-B1F0-7D9A013FF6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92" y="6513414"/>
            <a:ext cx="3240120" cy="327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Big Data, Cloud &amp; NoSQL</a:t>
            </a:r>
            <a:endParaRPr lang="de-DE" dirty="0"/>
          </a:p>
        </p:txBody>
      </p:sp>
      <p:sp>
        <p:nvSpPr>
          <p:cNvPr id="10" name="Datumsplatzhalter 14">
            <a:extLst>
              <a:ext uri="{FF2B5EF4-FFF2-40B4-BE49-F238E27FC236}">
                <a16:creationId xmlns:a16="http://schemas.microsoft.com/office/drawing/2014/main" id="{601CA8C5-7A81-416D-9D29-B8C463BA2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l">
              <a:defRPr sz="900" b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SS 2021</a:t>
            </a:r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757481C-455C-4996-BE95-26827917FF1C}"/>
              </a:ext>
            </a:extLst>
          </p:cNvPr>
          <p:cNvSpPr txBox="1"/>
          <p:nvPr userDrawn="1"/>
        </p:nvSpPr>
        <p:spPr>
          <a:xfrm>
            <a:off x="4139952" y="6513414"/>
            <a:ext cx="2044149" cy="1620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de-DE" sz="900" dirty="0">
                <a:solidFill>
                  <a:schemeClr val="bg1"/>
                </a:solidFill>
                <a:latin typeface="Meta Pro" panose="02000503040000020004" pitchFamily="2" charset="0"/>
              </a:rPr>
              <a:t>Team Rot</a:t>
            </a:r>
          </a:p>
        </p:txBody>
      </p:sp>
    </p:spTree>
    <p:extLst>
      <p:ext uri="{BB962C8B-B14F-4D97-AF65-F5344CB8AC3E}">
        <p14:creationId xmlns:p14="http://schemas.microsoft.com/office/powerpoint/2010/main" val="62398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1" descr="Folgeseitensegment trans">
            <a:extLst>
              <a:ext uri="{FF2B5EF4-FFF2-40B4-BE49-F238E27FC236}">
                <a16:creationId xmlns:a16="http://schemas.microsoft.com/office/drawing/2014/main" id="{A3D73253-7255-47FB-910A-1C8AB348A0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/>
          <a:srcRect t="4787" r="4997"/>
          <a:stretch>
            <a:fillRect/>
          </a:stretch>
        </p:blipFill>
        <p:spPr bwMode="auto">
          <a:xfrm>
            <a:off x="6762599" y="0"/>
            <a:ext cx="2381401" cy="1494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Grafik 7" descr="Logo_OTH-D-Subl.png">
            <a:extLst>
              <a:ext uri="{FF2B5EF4-FFF2-40B4-BE49-F238E27FC236}">
                <a16:creationId xmlns:a16="http://schemas.microsoft.com/office/drawing/2014/main" id="{4FA3B749-79D4-4025-9930-8A945FE894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7649851" y="357188"/>
            <a:ext cx="1133637" cy="572417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834847A-A5B7-4C75-BD79-3F1776EA0D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88113"/>
            <a:ext cx="9144000" cy="369887"/>
          </a:xfrm>
          <a:prstGeom prst="rect">
            <a:avLst/>
          </a:prstGeom>
          <a:solidFill>
            <a:srgbClr val="B0A79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latin typeface="MetaNormalLF-Roman" panose="020B05020300000200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30" r:id="rId2"/>
    <p:sldLayoutId id="2147483733" r:id="rId3"/>
    <p:sldLayoutId id="2147483737" r:id="rId4"/>
    <p:sldLayoutId id="2147483738" r:id="rId5"/>
    <p:sldLayoutId id="2147483744" r:id="rId6"/>
    <p:sldLayoutId id="2147483746" r:id="rId7"/>
    <p:sldLayoutId id="2147483770" r:id="rId8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Helvetica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6399AB"/>
        </a:buClr>
        <a:buFont typeface="Arial" charset="0"/>
        <a:buChar char="■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1A9D2C1-A317-4528-98F6-5859BAE618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err="1"/>
              <a:t>A.Chernysheva</a:t>
            </a:r>
            <a:r>
              <a:rPr lang="de-DE" dirty="0"/>
              <a:t>, </a:t>
            </a:r>
            <a:r>
              <a:rPr lang="de-DE" dirty="0" err="1"/>
              <a:t>J.Götz</a:t>
            </a:r>
            <a:r>
              <a:rPr lang="de-DE" dirty="0"/>
              <a:t>, </a:t>
            </a:r>
            <a:r>
              <a:rPr lang="de-DE" dirty="0" err="1"/>
              <a:t>A.Imeraj</a:t>
            </a:r>
            <a:r>
              <a:rPr lang="de-DE" dirty="0"/>
              <a:t>, </a:t>
            </a:r>
            <a:r>
              <a:rPr lang="de-DE" dirty="0" err="1"/>
              <a:t>P.Korinth</a:t>
            </a:r>
            <a:r>
              <a:rPr lang="de-DE" dirty="0"/>
              <a:t>, </a:t>
            </a:r>
            <a:r>
              <a:rPr lang="de-DE" dirty="0" err="1"/>
              <a:t>P.Stangl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D39A90-A052-4092-927A-8737DF1E25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Team Rot</a:t>
            </a:r>
          </a:p>
        </p:txBody>
      </p:sp>
      <p:sp>
        <p:nvSpPr>
          <p:cNvPr id="3074" name="Rectangle 24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defTabSz="912813" eaLnBrk="1" hangingPunct="1"/>
            <a:r>
              <a:rPr lang="pt-BR" dirty="0">
                <a:latin typeface="Meta Pro" panose="02000503040000020004" pitchFamily="2" charset="0"/>
              </a:rPr>
              <a:t>SGDb: Semantic Video Game Database</a:t>
            </a:r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0E6612-F8A4-4B07-9092-2C154233DF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17.01.2023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77D6AC-9893-46CD-8361-8EC82A174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1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C545DAE2-323C-0C5E-1592-46458B3B6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ußzeilenplatzhalter 5">
            <a:extLst>
              <a:ext uri="{FF2B5EF4-FFF2-40B4-BE49-F238E27FC236}">
                <a16:creationId xmlns:a16="http://schemas.microsoft.com/office/drawing/2014/main" id="{BC8DE0EB-E853-4B64-6406-ADA2B9145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Motivation</a:t>
            </a: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2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1EEB610F-2439-6B3C-9CD5-F557A35F521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dirty="0"/>
              <a:t>Suche nach dem passendem Spiel</a:t>
            </a:r>
          </a:p>
          <a:p>
            <a:r>
              <a:rPr lang="de-DE" dirty="0"/>
              <a:t>Intuitive Bedienung</a:t>
            </a:r>
          </a:p>
          <a:p>
            <a:r>
              <a:rPr lang="de-DE" dirty="0"/>
              <a:t>Auswahl aller Genres</a:t>
            </a:r>
          </a:p>
          <a:p>
            <a:r>
              <a:rPr lang="de-DE" dirty="0"/>
              <a:t>Plattformunabhängige Anwendung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D362F0B8-19EB-4745-5B69-17DC64FE3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3" name="Fußzeilenplatzhalter 5">
            <a:extLst>
              <a:ext uri="{FF2B5EF4-FFF2-40B4-BE49-F238E27FC236}">
                <a16:creationId xmlns:a16="http://schemas.microsoft.com/office/drawing/2014/main" id="{12EF73EB-25CB-0455-1B8B-7E338044D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1517B05-0FB3-3DB6-5838-ED23AB16416D}"/>
              </a:ext>
            </a:extLst>
          </p:cNvPr>
          <p:cNvGrpSpPr/>
          <p:nvPr/>
        </p:nvGrpSpPr>
        <p:grpSpPr>
          <a:xfrm>
            <a:off x="5769832" y="3429000"/>
            <a:ext cx="2155529" cy="2423571"/>
            <a:chOff x="5769832" y="3254564"/>
            <a:chExt cx="2155529" cy="2423571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D604F85-BF4D-F92F-221D-FAF7872AF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5988" y="3254564"/>
              <a:ext cx="2029373" cy="2029373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1A5430E-9022-7839-7B11-A951432659A5}"/>
                </a:ext>
              </a:extLst>
            </p:cNvPr>
            <p:cNvSpPr txBox="1"/>
            <p:nvPr/>
          </p:nvSpPr>
          <p:spPr>
            <a:xfrm>
              <a:off x="5769832" y="5308803"/>
              <a:ext cx="20293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&lt;a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href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="https://www.flaticon.com/free-icons/game-development" title="game-development icons"&gt;Game-development icons created by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juicy_fish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 -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Flaticon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&lt;/a&gt;</a:t>
              </a:r>
              <a:endParaRPr lang="de-DE" sz="6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4FDE5DB-6E4A-ED5F-AB90-CB240F161787}"/>
              </a:ext>
            </a:extLst>
          </p:cNvPr>
          <p:cNvGrpSpPr/>
          <p:nvPr/>
        </p:nvGrpSpPr>
        <p:grpSpPr>
          <a:xfrm>
            <a:off x="980269" y="3262476"/>
            <a:ext cx="2267744" cy="2433664"/>
            <a:chOff x="492086" y="3212976"/>
            <a:chExt cx="2267744" cy="2433664"/>
          </a:xfrm>
        </p:grpSpPr>
        <p:pic>
          <p:nvPicPr>
            <p:cNvPr id="8" name="Grafik 7" descr="Ein Bild, das Text, Raum, Spielhaus, Szene enthält.&#10;&#10;Automatisch generierte Beschreibung">
              <a:extLst>
                <a:ext uri="{FF2B5EF4-FFF2-40B4-BE49-F238E27FC236}">
                  <a16:creationId xmlns:a16="http://schemas.microsoft.com/office/drawing/2014/main" id="{0983E50E-8FCA-24DE-565A-501FDC869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111" y="3212976"/>
              <a:ext cx="2113694" cy="2113694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CC80B5B-F730-9C10-7EFF-313FED5199E1}"/>
                </a:ext>
              </a:extLst>
            </p:cNvPr>
            <p:cNvSpPr txBox="1"/>
            <p:nvPr/>
          </p:nvSpPr>
          <p:spPr>
            <a:xfrm>
              <a:off x="492086" y="5277308"/>
              <a:ext cx="22677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&lt;a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href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="https://www.flaticon.com/free-icons/database" title="database icons"&gt;Database icons created by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kerismaker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 - </a:t>
              </a:r>
              <a:r>
                <a:rPr lang="en-US" sz="600" dirty="0" err="1">
                  <a:solidFill>
                    <a:schemeClr val="bg1">
                      <a:lumMod val="75000"/>
                    </a:schemeClr>
                  </a:solidFill>
                </a:rPr>
                <a:t>Flaticon</a:t>
              </a:r>
              <a:r>
                <a:rPr lang="en-US" sz="600" dirty="0">
                  <a:solidFill>
                    <a:schemeClr val="bg1">
                      <a:lumMod val="75000"/>
                    </a:schemeClr>
                  </a:solidFill>
                </a:rPr>
                <a:t>&lt;/a&gt;</a:t>
              </a:r>
              <a:endParaRPr lang="de-DE" sz="6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71F76FA-E730-48FA-93B9-ACB75A91D749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 Bausteinsicht &amp; Verteilungssicht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DB9698-1BAA-4F3E-9F3C-D32F78EF2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 err="1"/>
              <a:t>SGDb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2D2EFE-98CD-4649-8AFD-F3416778A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B5944C-422B-400C-ACEC-079F06A0E4F8}" type="slidenum">
              <a:rPr lang="de-DE" smtClean="0">
                <a:latin typeface="Meta Pro" panose="02000503040000020004" pitchFamily="2" charset="0"/>
              </a:rPr>
              <a:pPr/>
              <a:t>3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0D27BB6D-766A-E589-5FF8-0A56EF44A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5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Bausteinsicht &amp; Verteilungssicht </a:t>
            </a: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260E19FE-C12B-0B8E-4D67-29A01B6B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BDC896DB-EF21-84C3-3B99-F1D6899A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4</a:t>
            </a:fld>
            <a:endParaRPr lang="de-DE" dirty="0">
              <a:latin typeface="Meta Pro" panose="0200050304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F887DBA-E846-7338-8308-1FD7D281A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233857"/>
            <a:ext cx="9144000" cy="239028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C1933EF-A817-8DEA-849F-86615A20CDFB}"/>
              </a:ext>
            </a:extLst>
          </p:cNvPr>
          <p:cNvSpPr txBox="1"/>
          <p:nvPr/>
        </p:nvSpPr>
        <p:spPr>
          <a:xfrm>
            <a:off x="1511660" y="4624142"/>
            <a:ext cx="612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Bausteinsicht von </a:t>
            </a:r>
            <a:r>
              <a:rPr lang="de-DE" sz="1200" dirty="0" err="1"/>
              <a:t>SGDb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684359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Bausteinsicht &amp; Verteilungssicht </a:t>
            </a: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260E19FE-C12B-0B8E-4D67-29A01B6B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BDC896DB-EF21-84C3-3B99-F1D6899A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5</a:t>
            </a:fld>
            <a:endParaRPr lang="de-DE" dirty="0">
              <a:latin typeface="Meta Pro" panose="02000503040000020004" pitchFamily="2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5305B74-0644-BC8E-7C02-CB0431A8C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9401" y="1218250"/>
            <a:ext cx="5485198" cy="442149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BE51C28-5CCE-A157-EF84-7BDD4F872112}"/>
              </a:ext>
            </a:extLst>
          </p:cNvPr>
          <p:cNvSpPr txBox="1"/>
          <p:nvPr/>
        </p:nvSpPr>
        <p:spPr>
          <a:xfrm>
            <a:off x="1511660" y="5661083"/>
            <a:ext cx="612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Verteilungssicht von </a:t>
            </a:r>
            <a:r>
              <a:rPr lang="de-DE" sz="1200" dirty="0" err="1"/>
              <a:t>SGDb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206237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71F76FA-E730-48FA-93B9-ACB75A91D749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Testabdeckung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DB9698-1BAA-4F3E-9F3C-D32F78EF2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 err="1"/>
              <a:t>SGDb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2D2EFE-98CD-4649-8AFD-F3416778A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B5944C-422B-400C-ACEC-079F06A0E4F8}" type="slidenum">
              <a:rPr lang="de-DE" smtClean="0">
                <a:latin typeface="Meta Pro" panose="02000503040000020004" pitchFamily="2" charset="0"/>
              </a:rPr>
              <a:pPr/>
              <a:t>6</a:t>
            </a:fld>
            <a:endParaRPr lang="de-DE" dirty="0">
              <a:latin typeface="Meta Pro" panose="02000503040000020004" pitchFamily="2" charset="0"/>
            </a:endParaRPr>
          </a:p>
        </p:txBody>
      </p:sp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0D27BB6D-766A-E589-5FF8-0A56EF44A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982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211139" y="153988"/>
            <a:ext cx="6377086" cy="826740"/>
          </a:xfrm>
        </p:spPr>
        <p:txBody>
          <a:bodyPr/>
          <a:lstStyle/>
          <a:p>
            <a:r>
              <a:rPr lang="de-DE" dirty="0">
                <a:latin typeface="Meta Pro" panose="02000503040000020004" pitchFamily="2" charset="0"/>
              </a:rPr>
              <a:t>Testabdeckung</a:t>
            </a:r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260E19FE-C12B-0B8E-4D67-29A01B6B6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39952" y="6678642"/>
            <a:ext cx="1152128" cy="162000"/>
          </a:xfrm>
        </p:spPr>
        <p:txBody>
          <a:bodyPr/>
          <a:lstStyle/>
          <a:p>
            <a:r>
              <a:rPr lang="de-DE" dirty="0"/>
              <a:t>17.01.2023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BDC896DB-EF21-84C3-3B99-F1D6899A5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92" y="6513414"/>
            <a:ext cx="3240120" cy="327273"/>
          </a:xfrm>
        </p:spPr>
        <p:txBody>
          <a:bodyPr/>
          <a:lstStyle/>
          <a:p>
            <a:r>
              <a:rPr lang="de-DE" dirty="0" err="1">
                <a:solidFill>
                  <a:schemeClr val="bg1"/>
                </a:solidFill>
                <a:latin typeface="Meta Pro" panose="02000503040000020004" pitchFamily="2" charset="0"/>
              </a:rPr>
              <a:t>SGDb</a:t>
            </a:r>
            <a:endParaRPr lang="de-DE" dirty="0">
              <a:solidFill>
                <a:schemeClr val="bg1"/>
              </a:solidFill>
              <a:latin typeface="Meta Pro" panose="02000503040000020004" pitchFamily="2" charset="0"/>
            </a:endParaRPr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7B6E31DF-AE08-74A6-3007-0BDCC98A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292080" y="6677050"/>
            <a:ext cx="758825" cy="162000"/>
          </a:xfrm>
        </p:spPr>
        <p:txBody>
          <a:bodyPr/>
          <a:lstStyle/>
          <a:p>
            <a:pPr algn="l"/>
            <a:fld id="{58B5944C-422B-400C-ACEC-079F06A0E4F8}" type="slidenum">
              <a:rPr lang="de-DE" smtClean="0">
                <a:latin typeface="Meta Pro" panose="02000503040000020004" pitchFamily="2" charset="0"/>
              </a:rPr>
              <a:pPr algn="l"/>
              <a:t>7</a:t>
            </a:fld>
            <a:endParaRPr lang="de-DE" dirty="0">
              <a:latin typeface="Meta Pro" panose="02000503040000020004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19E533-9FFB-C765-90A0-527AD7D94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602" y="655549"/>
            <a:ext cx="5056700" cy="255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065D9C6-AC0D-725B-40B7-3DD5AAC36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65" y="3628626"/>
            <a:ext cx="6199573" cy="2437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9C588A3-D1D6-53E9-B671-A5E73621F39F}"/>
              </a:ext>
            </a:extLst>
          </p:cNvPr>
          <p:cNvSpPr txBox="1"/>
          <p:nvPr/>
        </p:nvSpPr>
        <p:spPr>
          <a:xfrm>
            <a:off x="1079612" y="3191740"/>
            <a:ext cx="6120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Testabdeckung Backend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95579F-E005-42B1-E09D-64FDD2CDE17D}"/>
              </a:ext>
            </a:extLst>
          </p:cNvPr>
          <p:cNvSpPr txBox="1"/>
          <p:nvPr/>
        </p:nvSpPr>
        <p:spPr>
          <a:xfrm>
            <a:off x="1224345" y="6076929"/>
            <a:ext cx="61206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Testabdeckung Frontend</a:t>
            </a:r>
          </a:p>
        </p:txBody>
      </p:sp>
    </p:spTree>
    <p:extLst>
      <p:ext uri="{BB962C8B-B14F-4D97-AF65-F5344CB8AC3E}">
        <p14:creationId xmlns:p14="http://schemas.microsoft.com/office/powerpoint/2010/main" val="572211435"/>
      </p:ext>
    </p:extLst>
  </p:cSld>
  <p:clrMapOvr>
    <a:masterClrMapping/>
  </p:clrMapOvr>
</p:sld>
</file>

<file path=ppt/theme/theme1.xml><?xml version="1.0" encoding="utf-8"?>
<a:theme xmlns:a="http://schemas.openxmlformats.org/drawingml/2006/main" name="INF6 Druck">
  <a:themeElements>
    <a:clrScheme name="Benutzerdefiniert 1">
      <a:dk1>
        <a:srgbClr val="000000"/>
      </a:dk1>
      <a:lt1>
        <a:srgbClr val="FFFFFF"/>
      </a:lt1>
      <a:dk2>
        <a:srgbClr val="67A2C0"/>
      </a:dk2>
      <a:lt2>
        <a:srgbClr val="C7DBE7"/>
      </a:lt2>
      <a:accent1>
        <a:srgbClr val="0085BD"/>
      </a:accent1>
      <a:accent2>
        <a:srgbClr val="E32219"/>
      </a:accent2>
      <a:accent3>
        <a:srgbClr val="F29400"/>
      </a:accent3>
      <a:accent4>
        <a:srgbClr val="97BE0D"/>
      </a:accent4>
      <a:accent5>
        <a:srgbClr val="FFE400"/>
      </a:accent5>
      <a:accent6>
        <a:srgbClr val="93117E"/>
      </a:accent6>
      <a:hlink>
        <a:srgbClr val="0085BD"/>
      </a:hlink>
      <a:folHlink>
        <a:srgbClr val="67A2C0"/>
      </a:folHlink>
    </a:clrScheme>
    <a:fontScheme name="2_Inf6folienppt">
      <a:majorFont>
        <a:latin typeface="Meta Pro"/>
        <a:ea typeface=""/>
        <a:cs typeface="Arial"/>
      </a:majorFont>
      <a:minorFont>
        <a:latin typeface="Meta Pro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Inf6folienppt 1">
        <a:dk1>
          <a:srgbClr val="000000"/>
        </a:dk1>
        <a:lt1>
          <a:srgbClr val="FFFFFF"/>
        </a:lt1>
        <a:dk2>
          <a:srgbClr val="6399AB"/>
        </a:dk2>
        <a:lt2>
          <a:srgbClr val="969696"/>
        </a:lt2>
        <a:accent1>
          <a:srgbClr val="CDC8C8"/>
        </a:accent1>
        <a:accent2>
          <a:srgbClr val="4C7D8E"/>
        </a:accent2>
        <a:accent3>
          <a:srgbClr val="FFFFFF"/>
        </a:accent3>
        <a:accent4>
          <a:srgbClr val="000000"/>
        </a:accent4>
        <a:accent5>
          <a:srgbClr val="E3E0E0"/>
        </a:accent5>
        <a:accent6>
          <a:srgbClr val="447180"/>
        </a:accent6>
        <a:hlink>
          <a:srgbClr val="DA6D00"/>
        </a:hlink>
        <a:folHlink>
          <a:srgbClr val="329A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f6folienppt 2">
        <a:dk1>
          <a:srgbClr val="000000"/>
        </a:dk1>
        <a:lt1>
          <a:srgbClr val="FFFFFF"/>
        </a:lt1>
        <a:dk2>
          <a:srgbClr val="6399AB"/>
        </a:dk2>
        <a:lt2>
          <a:srgbClr val="969696"/>
        </a:lt2>
        <a:accent1>
          <a:srgbClr val="CDC8C8"/>
        </a:accent1>
        <a:accent2>
          <a:srgbClr val="8AB2C0"/>
        </a:accent2>
        <a:accent3>
          <a:srgbClr val="FFFFFF"/>
        </a:accent3>
        <a:accent4>
          <a:srgbClr val="000000"/>
        </a:accent4>
        <a:accent5>
          <a:srgbClr val="E3E0E0"/>
        </a:accent5>
        <a:accent6>
          <a:srgbClr val="7DA1AE"/>
        </a:accent6>
        <a:hlink>
          <a:srgbClr val="F3952D"/>
        </a:hlink>
        <a:folHlink>
          <a:srgbClr val="51C7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ALT_inf6 2011 slim</Template>
  <TotalTime>0</TotalTime>
  <Words>155</Words>
  <Application>Microsoft Office PowerPoint</Application>
  <PresentationFormat>Bildschirmpräsentation (4:3)</PresentationFormat>
  <Paragraphs>52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Helvetica</vt:lpstr>
      <vt:lpstr>Meta Pro</vt:lpstr>
      <vt:lpstr>MetaNormalLF-Roman</vt:lpstr>
      <vt:lpstr>INF6 Druck</vt:lpstr>
      <vt:lpstr>SGDb: Semantic Video Game Database</vt:lpstr>
      <vt:lpstr>Motivation</vt:lpstr>
      <vt:lpstr> Bausteinsicht &amp; Verteilungssicht </vt:lpstr>
      <vt:lpstr>Bausteinsicht &amp; Verteilungssicht </vt:lpstr>
      <vt:lpstr>Bausteinsicht &amp; Verteilungssicht </vt:lpstr>
      <vt:lpstr>Testabdeckung</vt:lpstr>
      <vt:lpstr>Testabdeckung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 P. Neumann</dc:creator>
  <cp:lastModifiedBy>Ardian Imeraj</cp:lastModifiedBy>
  <cp:revision>1373</cp:revision>
  <dcterms:created xsi:type="dcterms:W3CDTF">2019-02-23T14:04:12Z</dcterms:created>
  <dcterms:modified xsi:type="dcterms:W3CDTF">2023-01-17T10:47:19Z</dcterms:modified>
</cp:coreProperties>
</file>